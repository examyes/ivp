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65" r:id="rId12"/>
    <p:sldId id="264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1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A88AC7-EEEA-8345-B39A-63D9E53BF76F}" type="doc">
      <dgm:prSet loTypeId="urn:microsoft.com/office/officeart/2005/8/layout/orgChart1" loCatId="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9AAF266-5F6A-1445-828E-67A19C54F4B7}">
      <dgm:prSet phldrT="[Text]" custT="1"/>
      <dgm:spPr/>
      <dgm:t>
        <a:bodyPr/>
        <a:lstStyle/>
        <a:p>
          <a:r>
            <a:rPr lang="en-US" sz="1800" dirty="0" smtClean="0"/>
            <a:t>IVP</a:t>
          </a:r>
          <a:endParaRPr lang="en-US" sz="1800" dirty="0"/>
        </a:p>
      </dgm:t>
    </dgm:pt>
    <dgm:pt modelId="{CCDF547A-7F48-A943-B0E3-FCE5D52CF29D}" type="parTrans" cxnId="{A25D0B7C-14C2-4541-B9AD-D4C037F4029E}">
      <dgm:prSet/>
      <dgm:spPr/>
      <dgm:t>
        <a:bodyPr/>
        <a:lstStyle/>
        <a:p>
          <a:endParaRPr lang="en-US" sz="1800"/>
        </a:p>
      </dgm:t>
    </dgm:pt>
    <dgm:pt modelId="{F8925D46-D4CA-5749-9ADD-A800F8E10BA7}" type="sibTrans" cxnId="{A25D0B7C-14C2-4541-B9AD-D4C037F4029E}">
      <dgm:prSet/>
      <dgm:spPr/>
      <dgm:t>
        <a:bodyPr/>
        <a:lstStyle/>
        <a:p>
          <a:endParaRPr lang="en-US" sz="1800"/>
        </a:p>
      </dgm:t>
    </dgm:pt>
    <dgm:pt modelId="{E7FF6A7C-EBE5-1E4C-B304-ED36323B437F}">
      <dgm:prSet phldrT="[Text]" custT="1"/>
      <dgm:spPr/>
      <dgm:t>
        <a:bodyPr/>
        <a:lstStyle/>
        <a:p>
          <a:r>
            <a:rPr lang="en-US" sz="1800" dirty="0" smtClean="0"/>
            <a:t>Main Window</a:t>
          </a:r>
          <a:endParaRPr lang="en-US" sz="1800" dirty="0"/>
        </a:p>
      </dgm:t>
    </dgm:pt>
    <dgm:pt modelId="{9A33DA62-9595-DC49-90FF-14FD78528C1B}" type="parTrans" cxnId="{B18F0819-99DC-6E45-BAD6-7F47926F4D9F}">
      <dgm:prSet/>
      <dgm:spPr/>
      <dgm:t>
        <a:bodyPr/>
        <a:lstStyle/>
        <a:p>
          <a:endParaRPr lang="en-US" sz="1800"/>
        </a:p>
      </dgm:t>
    </dgm:pt>
    <dgm:pt modelId="{624A69F7-4551-C746-987A-D859491A5FC7}" type="sibTrans" cxnId="{B18F0819-99DC-6E45-BAD6-7F47926F4D9F}">
      <dgm:prSet/>
      <dgm:spPr/>
      <dgm:t>
        <a:bodyPr/>
        <a:lstStyle/>
        <a:p>
          <a:endParaRPr lang="en-US" sz="1800"/>
        </a:p>
      </dgm:t>
    </dgm:pt>
    <dgm:pt modelId="{A6C5804A-B3D7-6340-B270-EEDEBF100079}">
      <dgm:prSet phldrT="[Text]" custT="1"/>
      <dgm:spPr/>
      <dgm:t>
        <a:bodyPr/>
        <a:lstStyle/>
        <a:p>
          <a:r>
            <a:rPr lang="en-US" sz="1800" dirty="0" smtClean="0"/>
            <a:t>Selectable Overlay</a:t>
          </a:r>
          <a:endParaRPr lang="en-US" sz="1800" dirty="0"/>
        </a:p>
      </dgm:t>
    </dgm:pt>
    <dgm:pt modelId="{ADEF19F0-CDAE-1A42-9ABF-C64951A84233}" type="parTrans" cxnId="{F6644B5E-0DDC-BD4E-9415-538D120A09FD}">
      <dgm:prSet/>
      <dgm:spPr/>
      <dgm:t>
        <a:bodyPr/>
        <a:lstStyle/>
        <a:p>
          <a:endParaRPr lang="en-US" sz="1800"/>
        </a:p>
      </dgm:t>
    </dgm:pt>
    <dgm:pt modelId="{D8C1056E-F4A0-9A49-81A9-030264919227}" type="sibTrans" cxnId="{F6644B5E-0DDC-BD4E-9415-538D120A09FD}">
      <dgm:prSet/>
      <dgm:spPr/>
      <dgm:t>
        <a:bodyPr/>
        <a:lstStyle/>
        <a:p>
          <a:endParaRPr lang="en-US" sz="1800"/>
        </a:p>
      </dgm:t>
    </dgm:pt>
    <dgm:pt modelId="{A98EB742-3C34-E347-9421-24F8D9170C13}">
      <dgm:prSet phldrT="[Text]" custT="1"/>
      <dgm:spPr/>
      <dgm:t>
        <a:bodyPr/>
        <a:lstStyle/>
        <a:p>
          <a:r>
            <a:rPr lang="en-US" sz="1800" dirty="0" smtClean="0"/>
            <a:t>Interactive Sidebar</a:t>
          </a:r>
          <a:endParaRPr lang="en-US" sz="1800" dirty="0"/>
        </a:p>
      </dgm:t>
    </dgm:pt>
    <dgm:pt modelId="{EE057B11-AFEB-664B-B431-62437E4C1FE9}" type="parTrans" cxnId="{D60BEA91-0B5D-BF49-870C-D27FBA368D80}">
      <dgm:prSet/>
      <dgm:spPr/>
      <dgm:t>
        <a:bodyPr/>
        <a:lstStyle/>
        <a:p>
          <a:endParaRPr lang="en-US" sz="1800"/>
        </a:p>
      </dgm:t>
    </dgm:pt>
    <dgm:pt modelId="{AF9ED920-2884-2A41-84D7-4A70F21240B1}" type="sibTrans" cxnId="{D60BEA91-0B5D-BF49-870C-D27FBA368D80}">
      <dgm:prSet/>
      <dgm:spPr/>
      <dgm:t>
        <a:bodyPr/>
        <a:lstStyle/>
        <a:p>
          <a:endParaRPr lang="en-US" sz="1800"/>
        </a:p>
      </dgm:t>
    </dgm:pt>
    <dgm:pt modelId="{B715F866-3786-1445-8D95-959155D9820D}">
      <dgm:prSet custT="1"/>
      <dgm:spPr/>
      <dgm:t>
        <a:bodyPr/>
        <a:lstStyle/>
        <a:p>
          <a:r>
            <a:rPr lang="en-US" sz="1800" dirty="0" smtClean="0"/>
            <a:t>Video Player</a:t>
          </a:r>
          <a:endParaRPr lang="en-US" sz="1800" dirty="0"/>
        </a:p>
      </dgm:t>
    </dgm:pt>
    <dgm:pt modelId="{0FDB38C3-20CE-A148-B678-A97E4215778A}" type="parTrans" cxnId="{68769088-DF91-E94C-96CB-12B18F98D6C5}">
      <dgm:prSet/>
      <dgm:spPr/>
      <dgm:t>
        <a:bodyPr/>
        <a:lstStyle/>
        <a:p>
          <a:endParaRPr lang="en-US" sz="1800"/>
        </a:p>
      </dgm:t>
    </dgm:pt>
    <dgm:pt modelId="{A2F87545-577F-5943-9E36-F4158A5EE388}" type="sibTrans" cxnId="{68769088-DF91-E94C-96CB-12B18F98D6C5}">
      <dgm:prSet/>
      <dgm:spPr/>
      <dgm:t>
        <a:bodyPr/>
        <a:lstStyle/>
        <a:p>
          <a:endParaRPr lang="en-US" sz="1800"/>
        </a:p>
      </dgm:t>
    </dgm:pt>
    <dgm:pt modelId="{F930CBC8-5AC8-5040-B87A-77E39FE8A23F}">
      <dgm:prSet custT="1"/>
      <dgm:spPr/>
      <dgm:t>
        <a:bodyPr/>
        <a:lstStyle/>
        <a:p>
          <a:r>
            <a:rPr lang="en-US" sz="1800" dirty="0" smtClean="0"/>
            <a:t>XML Content</a:t>
          </a:r>
          <a:endParaRPr lang="en-US" sz="1800" dirty="0"/>
        </a:p>
      </dgm:t>
    </dgm:pt>
    <dgm:pt modelId="{41F46D77-534F-CC42-9B04-602435BE6088}" type="parTrans" cxnId="{95C686A0-C31F-CF40-8048-D3F4D3B0C9A4}">
      <dgm:prSet/>
      <dgm:spPr>
        <a:ln>
          <a:solidFill>
            <a:srgbClr val="FF0000"/>
          </a:solidFill>
          <a:headEnd type="arrow"/>
          <a:tailEnd type="none"/>
        </a:ln>
      </dgm:spPr>
      <dgm:t>
        <a:bodyPr/>
        <a:lstStyle/>
        <a:p>
          <a:endParaRPr lang="en-US" sz="1800"/>
        </a:p>
      </dgm:t>
    </dgm:pt>
    <dgm:pt modelId="{B2F1E9B2-4ADD-3B48-BECA-901EED8F59A8}" type="sibTrans" cxnId="{95C686A0-C31F-CF40-8048-D3F4D3B0C9A4}">
      <dgm:prSet/>
      <dgm:spPr/>
      <dgm:t>
        <a:bodyPr/>
        <a:lstStyle/>
        <a:p>
          <a:endParaRPr lang="en-US" sz="1800"/>
        </a:p>
      </dgm:t>
    </dgm:pt>
    <dgm:pt modelId="{5A0BCC90-ACB0-0D49-ADE6-00BA06F76D22}">
      <dgm:prSet custT="1"/>
      <dgm:spPr/>
      <dgm:t>
        <a:bodyPr/>
        <a:lstStyle/>
        <a:p>
          <a:r>
            <a:rPr lang="en-US" sz="1800" dirty="0" smtClean="0"/>
            <a:t>Meta Info Manager</a:t>
          </a:r>
          <a:endParaRPr lang="en-US" sz="1800" dirty="0"/>
        </a:p>
      </dgm:t>
    </dgm:pt>
    <dgm:pt modelId="{4748B2B0-9A0D-9247-A2A1-5A6EC05801AA}" type="parTrans" cxnId="{6660C3E4-E623-5B4E-A948-A89C953E560C}">
      <dgm:prSet/>
      <dgm:spPr>
        <a:ln>
          <a:solidFill>
            <a:srgbClr val="AA2B1E"/>
          </a:solidFill>
          <a:headEnd type="arrow"/>
          <a:tailEnd type="none"/>
        </a:ln>
      </dgm:spPr>
      <dgm:t>
        <a:bodyPr/>
        <a:lstStyle/>
        <a:p>
          <a:endParaRPr lang="en-US" sz="1400"/>
        </a:p>
      </dgm:t>
    </dgm:pt>
    <dgm:pt modelId="{F48C66AB-69C6-2640-B3A0-D63F6CE64604}" type="sibTrans" cxnId="{6660C3E4-E623-5B4E-A948-A89C953E560C}">
      <dgm:prSet/>
      <dgm:spPr/>
      <dgm:t>
        <a:bodyPr/>
        <a:lstStyle/>
        <a:p>
          <a:endParaRPr lang="en-US" sz="1400"/>
        </a:p>
      </dgm:t>
    </dgm:pt>
    <dgm:pt modelId="{9ACE49A9-E075-0E49-B877-E752C22F5BBC}" type="pres">
      <dgm:prSet presAssocID="{E5A88AC7-EEEA-8345-B39A-63D9E53BF7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7C903D6-52E1-FF42-964C-184E6F0F0964}" type="pres">
      <dgm:prSet presAssocID="{C9AAF266-5F6A-1445-828E-67A19C54F4B7}" presName="hierRoot1" presStyleCnt="0">
        <dgm:presLayoutVars>
          <dgm:hierBranch val="init"/>
        </dgm:presLayoutVars>
      </dgm:prSet>
      <dgm:spPr/>
    </dgm:pt>
    <dgm:pt modelId="{A0D48A69-D519-3141-9BDC-ED225B11BC59}" type="pres">
      <dgm:prSet presAssocID="{C9AAF266-5F6A-1445-828E-67A19C54F4B7}" presName="rootComposite1" presStyleCnt="0"/>
      <dgm:spPr/>
    </dgm:pt>
    <dgm:pt modelId="{4E7148C9-58AE-3F42-BE67-5F0AF6B78812}" type="pres">
      <dgm:prSet presAssocID="{C9AAF266-5F6A-1445-828E-67A19C54F4B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2E7A2DB-484A-514B-9BE5-15C67BF05F9B}" type="pres">
      <dgm:prSet presAssocID="{C9AAF266-5F6A-1445-828E-67A19C54F4B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663F2962-A302-F741-8AD1-30C021F1BCDD}" type="pres">
      <dgm:prSet presAssocID="{C9AAF266-5F6A-1445-828E-67A19C54F4B7}" presName="hierChild2" presStyleCnt="0"/>
      <dgm:spPr/>
    </dgm:pt>
    <dgm:pt modelId="{B4E49CD0-AD97-8442-A9B4-C2A6AE102C74}" type="pres">
      <dgm:prSet presAssocID="{9A33DA62-9595-DC49-90FF-14FD78528C1B}" presName="Name37" presStyleLbl="parChTrans1D2" presStyleIdx="0" presStyleCnt="1"/>
      <dgm:spPr/>
      <dgm:t>
        <a:bodyPr/>
        <a:lstStyle/>
        <a:p>
          <a:endParaRPr lang="en-US"/>
        </a:p>
      </dgm:t>
    </dgm:pt>
    <dgm:pt modelId="{DE65940D-1D7A-FA46-960A-5388351FFA83}" type="pres">
      <dgm:prSet presAssocID="{E7FF6A7C-EBE5-1E4C-B304-ED36323B437F}" presName="hierRoot2" presStyleCnt="0">
        <dgm:presLayoutVars>
          <dgm:hierBranch val="init"/>
        </dgm:presLayoutVars>
      </dgm:prSet>
      <dgm:spPr/>
    </dgm:pt>
    <dgm:pt modelId="{5F33B64C-F526-BA4C-ADB5-D7EEEACB416E}" type="pres">
      <dgm:prSet presAssocID="{E7FF6A7C-EBE5-1E4C-B304-ED36323B437F}" presName="rootComposite" presStyleCnt="0"/>
      <dgm:spPr/>
    </dgm:pt>
    <dgm:pt modelId="{84661350-A990-0046-805D-8E6419F4D50C}" type="pres">
      <dgm:prSet presAssocID="{E7FF6A7C-EBE5-1E4C-B304-ED36323B437F}" presName="rootText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D5CE1DC-8ED1-494A-92E5-6A4B9DAE5143}" type="pres">
      <dgm:prSet presAssocID="{E7FF6A7C-EBE5-1E4C-B304-ED36323B437F}" presName="rootConnector" presStyleLbl="node2" presStyleIdx="0" presStyleCnt="1"/>
      <dgm:spPr/>
      <dgm:t>
        <a:bodyPr/>
        <a:lstStyle/>
        <a:p>
          <a:endParaRPr lang="en-US"/>
        </a:p>
      </dgm:t>
    </dgm:pt>
    <dgm:pt modelId="{B62AC1E7-50D8-7E4D-ADE9-86E74F0ACB16}" type="pres">
      <dgm:prSet presAssocID="{E7FF6A7C-EBE5-1E4C-B304-ED36323B437F}" presName="hierChild4" presStyleCnt="0"/>
      <dgm:spPr/>
    </dgm:pt>
    <dgm:pt modelId="{431BE6A6-40A1-314F-8E0F-24D34F94EF3C}" type="pres">
      <dgm:prSet presAssocID="{ADEF19F0-CDAE-1A42-9ABF-C64951A84233}" presName="Name37" presStyleLbl="parChTrans1D3" presStyleIdx="0" presStyleCnt="3"/>
      <dgm:spPr/>
      <dgm:t>
        <a:bodyPr/>
        <a:lstStyle/>
        <a:p>
          <a:endParaRPr lang="en-US"/>
        </a:p>
      </dgm:t>
    </dgm:pt>
    <dgm:pt modelId="{8025065F-B4B6-A24A-A84D-6A76F9C4EF53}" type="pres">
      <dgm:prSet presAssocID="{A6C5804A-B3D7-6340-B270-EEDEBF100079}" presName="hierRoot2" presStyleCnt="0">
        <dgm:presLayoutVars>
          <dgm:hierBranch val="init"/>
        </dgm:presLayoutVars>
      </dgm:prSet>
      <dgm:spPr/>
    </dgm:pt>
    <dgm:pt modelId="{FDDA7D8B-481B-AE44-9967-39B08B71DE68}" type="pres">
      <dgm:prSet presAssocID="{A6C5804A-B3D7-6340-B270-EEDEBF100079}" presName="rootComposite" presStyleCnt="0"/>
      <dgm:spPr/>
    </dgm:pt>
    <dgm:pt modelId="{F42978CD-8D91-2744-AE83-821182639410}" type="pres">
      <dgm:prSet presAssocID="{A6C5804A-B3D7-6340-B270-EEDEBF100079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6C37CB7-81CD-5B4F-996C-A5F9F897B8B4}" type="pres">
      <dgm:prSet presAssocID="{A6C5804A-B3D7-6340-B270-EEDEBF100079}" presName="rootConnector" presStyleLbl="node3" presStyleIdx="0" presStyleCnt="3"/>
      <dgm:spPr/>
      <dgm:t>
        <a:bodyPr/>
        <a:lstStyle/>
        <a:p>
          <a:endParaRPr lang="en-US"/>
        </a:p>
      </dgm:t>
    </dgm:pt>
    <dgm:pt modelId="{A6211BC9-296C-734A-B57C-CDDDB0893107}" type="pres">
      <dgm:prSet presAssocID="{A6C5804A-B3D7-6340-B270-EEDEBF100079}" presName="hierChild4" presStyleCnt="0"/>
      <dgm:spPr/>
    </dgm:pt>
    <dgm:pt modelId="{62F08C08-DC76-A84A-9DDE-31B232747DED}" type="pres">
      <dgm:prSet presAssocID="{A6C5804A-B3D7-6340-B270-EEDEBF100079}" presName="hierChild5" presStyleCnt="0"/>
      <dgm:spPr/>
    </dgm:pt>
    <dgm:pt modelId="{393E110D-AC4B-784C-817D-4A0550DEFBD3}" type="pres">
      <dgm:prSet presAssocID="{EE057B11-AFEB-664B-B431-62437E4C1FE9}" presName="Name37" presStyleLbl="parChTrans1D3" presStyleIdx="1" presStyleCnt="3"/>
      <dgm:spPr/>
      <dgm:t>
        <a:bodyPr/>
        <a:lstStyle/>
        <a:p>
          <a:endParaRPr lang="en-US"/>
        </a:p>
      </dgm:t>
    </dgm:pt>
    <dgm:pt modelId="{2602DF8B-A5B5-5044-876F-FA4E30AA6A98}" type="pres">
      <dgm:prSet presAssocID="{A98EB742-3C34-E347-9421-24F8D9170C13}" presName="hierRoot2" presStyleCnt="0">
        <dgm:presLayoutVars>
          <dgm:hierBranch val="init"/>
        </dgm:presLayoutVars>
      </dgm:prSet>
      <dgm:spPr/>
    </dgm:pt>
    <dgm:pt modelId="{2EF3654E-5917-7A4F-AB9F-BE9243221A03}" type="pres">
      <dgm:prSet presAssocID="{A98EB742-3C34-E347-9421-24F8D9170C13}" presName="rootComposite" presStyleCnt="0"/>
      <dgm:spPr/>
    </dgm:pt>
    <dgm:pt modelId="{656E76CF-C858-E144-80D6-7F0FBDAD8263}" type="pres">
      <dgm:prSet presAssocID="{A98EB742-3C34-E347-9421-24F8D9170C13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8EF8E15-2478-C744-AC59-8B66FC97AB1C}" type="pres">
      <dgm:prSet presAssocID="{A98EB742-3C34-E347-9421-24F8D9170C13}" presName="rootConnector" presStyleLbl="node3" presStyleIdx="1" presStyleCnt="3"/>
      <dgm:spPr/>
      <dgm:t>
        <a:bodyPr/>
        <a:lstStyle/>
        <a:p>
          <a:endParaRPr lang="en-US"/>
        </a:p>
      </dgm:t>
    </dgm:pt>
    <dgm:pt modelId="{B92451B2-43C4-4D45-8D20-273466331A55}" type="pres">
      <dgm:prSet presAssocID="{A98EB742-3C34-E347-9421-24F8D9170C13}" presName="hierChild4" presStyleCnt="0"/>
      <dgm:spPr/>
    </dgm:pt>
    <dgm:pt modelId="{5B61AB79-27D5-9342-B60A-DA92605DDA58}" type="pres">
      <dgm:prSet presAssocID="{4748B2B0-9A0D-9247-A2A1-5A6EC05801AA}" presName="Name37" presStyleLbl="parChTrans1D4" presStyleIdx="0" presStyleCnt="2"/>
      <dgm:spPr/>
      <dgm:t>
        <a:bodyPr/>
        <a:lstStyle/>
        <a:p>
          <a:endParaRPr lang="en-US"/>
        </a:p>
      </dgm:t>
    </dgm:pt>
    <dgm:pt modelId="{4585D97D-173B-1744-BDDB-71E06E60DB85}" type="pres">
      <dgm:prSet presAssocID="{5A0BCC90-ACB0-0D49-ADE6-00BA06F76D22}" presName="hierRoot2" presStyleCnt="0">
        <dgm:presLayoutVars>
          <dgm:hierBranch val="init"/>
        </dgm:presLayoutVars>
      </dgm:prSet>
      <dgm:spPr/>
    </dgm:pt>
    <dgm:pt modelId="{83388D3B-5786-3F4B-804E-132E5B0CA844}" type="pres">
      <dgm:prSet presAssocID="{5A0BCC90-ACB0-0D49-ADE6-00BA06F76D22}" presName="rootComposite" presStyleCnt="0"/>
      <dgm:spPr/>
    </dgm:pt>
    <dgm:pt modelId="{AB973D74-EC20-DA4F-AA26-47F815FE97E4}" type="pres">
      <dgm:prSet presAssocID="{5A0BCC90-ACB0-0D49-ADE6-00BA06F76D22}" presName="rootText" presStyleLbl="node4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92B523D-F7F4-C94E-ACA0-0FA2EF5C2EF7}" type="pres">
      <dgm:prSet presAssocID="{5A0BCC90-ACB0-0D49-ADE6-00BA06F76D22}" presName="rootConnector" presStyleLbl="node4" presStyleIdx="0" presStyleCnt="2"/>
      <dgm:spPr/>
      <dgm:t>
        <a:bodyPr/>
        <a:lstStyle/>
        <a:p>
          <a:endParaRPr lang="en-SG"/>
        </a:p>
      </dgm:t>
    </dgm:pt>
    <dgm:pt modelId="{76F854ED-8A90-B949-9FA6-0FF221521B66}" type="pres">
      <dgm:prSet presAssocID="{5A0BCC90-ACB0-0D49-ADE6-00BA06F76D22}" presName="hierChild4" presStyleCnt="0"/>
      <dgm:spPr/>
    </dgm:pt>
    <dgm:pt modelId="{AB8EC736-F827-D148-BC17-39780ACD9CF7}" type="pres">
      <dgm:prSet presAssocID="{41F46D77-534F-CC42-9B04-602435BE6088}" presName="Name37" presStyleLbl="parChTrans1D4" presStyleIdx="1" presStyleCnt="2"/>
      <dgm:spPr/>
      <dgm:t>
        <a:bodyPr/>
        <a:lstStyle/>
        <a:p>
          <a:endParaRPr lang="en-US"/>
        </a:p>
      </dgm:t>
    </dgm:pt>
    <dgm:pt modelId="{097DCC39-48AE-D64A-850C-60A06970C834}" type="pres">
      <dgm:prSet presAssocID="{F930CBC8-5AC8-5040-B87A-77E39FE8A23F}" presName="hierRoot2" presStyleCnt="0">
        <dgm:presLayoutVars>
          <dgm:hierBranch val="init"/>
        </dgm:presLayoutVars>
      </dgm:prSet>
      <dgm:spPr/>
    </dgm:pt>
    <dgm:pt modelId="{B1EAB831-A98B-A648-A097-9F316DABFA54}" type="pres">
      <dgm:prSet presAssocID="{F930CBC8-5AC8-5040-B87A-77E39FE8A23F}" presName="rootComposite" presStyleCnt="0"/>
      <dgm:spPr/>
    </dgm:pt>
    <dgm:pt modelId="{1ABE0D70-613E-3647-BD46-4139FA47C625}" type="pres">
      <dgm:prSet presAssocID="{F930CBC8-5AC8-5040-B87A-77E39FE8A23F}" presName="rootText" presStyleLbl="node4" presStyleIdx="1" presStyleCnt="2" custScaleX="1190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7AF284C-F381-B54F-85AB-1E2E1ADBB194}" type="pres">
      <dgm:prSet presAssocID="{F930CBC8-5AC8-5040-B87A-77E39FE8A23F}" presName="rootConnector" presStyleLbl="node4" presStyleIdx="1" presStyleCnt="2"/>
      <dgm:spPr/>
      <dgm:t>
        <a:bodyPr/>
        <a:lstStyle/>
        <a:p>
          <a:endParaRPr lang="en-US"/>
        </a:p>
      </dgm:t>
    </dgm:pt>
    <dgm:pt modelId="{E25573F4-A704-7046-97FC-CF4A4A38AC63}" type="pres">
      <dgm:prSet presAssocID="{F930CBC8-5AC8-5040-B87A-77E39FE8A23F}" presName="hierChild4" presStyleCnt="0"/>
      <dgm:spPr/>
    </dgm:pt>
    <dgm:pt modelId="{BF39C741-FB57-4A4A-98E0-695599FCDDAB}" type="pres">
      <dgm:prSet presAssocID="{F930CBC8-5AC8-5040-B87A-77E39FE8A23F}" presName="hierChild5" presStyleCnt="0"/>
      <dgm:spPr/>
    </dgm:pt>
    <dgm:pt modelId="{D1A74E86-6700-1544-B436-74B77EDA156C}" type="pres">
      <dgm:prSet presAssocID="{5A0BCC90-ACB0-0D49-ADE6-00BA06F76D22}" presName="hierChild5" presStyleCnt="0"/>
      <dgm:spPr/>
    </dgm:pt>
    <dgm:pt modelId="{26A56438-590D-B242-9022-EFE5D90AF8F5}" type="pres">
      <dgm:prSet presAssocID="{A98EB742-3C34-E347-9421-24F8D9170C13}" presName="hierChild5" presStyleCnt="0"/>
      <dgm:spPr/>
    </dgm:pt>
    <dgm:pt modelId="{8BBFAA13-FA05-614B-B90B-4E601E97E3BA}" type="pres">
      <dgm:prSet presAssocID="{0FDB38C3-20CE-A148-B678-A97E4215778A}" presName="Name37" presStyleLbl="parChTrans1D3" presStyleIdx="2" presStyleCnt="3"/>
      <dgm:spPr/>
      <dgm:t>
        <a:bodyPr/>
        <a:lstStyle/>
        <a:p>
          <a:endParaRPr lang="en-US"/>
        </a:p>
      </dgm:t>
    </dgm:pt>
    <dgm:pt modelId="{DE9D8230-970E-E94B-B3CE-9DC5D098CD26}" type="pres">
      <dgm:prSet presAssocID="{B715F866-3786-1445-8D95-959155D9820D}" presName="hierRoot2" presStyleCnt="0">
        <dgm:presLayoutVars>
          <dgm:hierBranch val="init"/>
        </dgm:presLayoutVars>
      </dgm:prSet>
      <dgm:spPr/>
    </dgm:pt>
    <dgm:pt modelId="{606A6E54-03B2-5042-99E3-2D1232F42AB2}" type="pres">
      <dgm:prSet presAssocID="{B715F866-3786-1445-8D95-959155D9820D}" presName="rootComposite" presStyleCnt="0"/>
      <dgm:spPr/>
    </dgm:pt>
    <dgm:pt modelId="{E5F125EF-D088-AB4A-970C-2FCF4FBB72F4}" type="pres">
      <dgm:prSet presAssocID="{B715F866-3786-1445-8D95-959155D9820D}" presName="rootText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C1BB9E-7AE4-3A44-9439-D080C33BB2A2}" type="pres">
      <dgm:prSet presAssocID="{B715F866-3786-1445-8D95-959155D9820D}" presName="rootConnector" presStyleLbl="node3" presStyleIdx="2" presStyleCnt="3"/>
      <dgm:spPr/>
      <dgm:t>
        <a:bodyPr/>
        <a:lstStyle/>
        <a:p>
          <a:endParaRPr lang="en-US"/>
        </a:p>
      </dgm:t>
    </dgm:pt>
    <dgm:pt modelId="{9D9749BB-3DDA-264E-B29A-F9FE98E46485}" type="pres">
      <dgm:prSet presAssocID="{B715F866-3786-1445-8D95-959155D9820D}" presName="hierChild4" presStyleCnt="0"/>
      <dgm:spPr/>
    </dgm:pt>
    <dgm:pt modelId="{3AC3C634-CB96-5C43-A6F5-A564211BC181}" type="pres">
      <dgm:prSet presAssocID="{B715F866-3786-1445-8D95-959155D9820D}" presName="hierChild5" presStyleCnt="0"/>
      <dgm:spPr/>
    </dgm:pt>
    <dgm:pt modelId="{B52EA6C0-A78E-264E-A613-A59608C2105F}" type="pres">
      <dgm:prSet presAssocID="{E7FF6A7C-EBE5-1E4C-B304-ED36323B437F}" presName="hierChild5" presStyleCnt="0"/>
      <dgm:spPr/>
    </dgm:pt>
    <dgm:pt modelId="{3967D005-4E50-CA45-8780-7B374E9F2AA3}" type="pres">
      <dgm:prSet presAssocID="{C9AAF266-5F6A-1445-828E-67A19C54F4B7}" presName="hierChild3" presStyleCnt="0"/>
      <dgm:spPr/>
    </dgm:pt>
  </dgm:ptLst>
  <dgm:cxnLst>
    <dgm:cxn modelId="{46A08A8F-854C-A646-866D-64007D77B8EB}" type="presOf" srcId="{5A0BCC90-ACB0-0D49-ADE6-00BA06F76D22}" destId="{B92B523D-F7F4-C94E-ACA0-0FA2EF5C2EF7}" srcOrd="1" destOrd="0" presId="urn:microsoft.com/office/officeart/2005/8/layout/orgChart1"/>
    <dgm:cxn modelId="{F6644B5E-0DDC-BD4E-9415-538D120A09FD}" srcId="{E7FF6A7C-EBE5-1E4C-B304-ED36323B437F}" destId="{A6C5804A-B3D7-6340-B270-EEDEBF100079}" srcOrd="0" destOrd="0" parTransId="{ADEF19F0-CDAE-1A42-9ABF-C64951A84233}" sibTransId="{D8C1056E-F4A0-9A49-81A9-030264919227}"/>
    <dgm:cxn modelId="{7418A860-3621-1B44-A8F3-63E826B8C8CD}" type="presOf" srcId="{41F46D77-534F-CC42-9B04-602435BE6088}" destId="{AB8EC736-F827-D148-BC17-39780ACD9CF7}" srcOrd="0" destOrd="0" presId="urn:microsoft.com/office/officeart/2005/8/layout/orgChart1"/>
    <dgm:cxn modelId="{13FA0061-A5DF-8F47-86EA-D4A021F8C9A4}" type="presOf" srcId="{5A0BCC90-ACB0-0D49-ADE6-00BA06F76D22}" destId="{AB973D74-EC20-DA4F-AA26-47F815FE97E4}" srcOrd="0" destOrd="0" presId="urn:microsoft.com/office/officeart/2005/8/layout/orgChart1"/>
    <dgm:cxn modelId="{F1CC056C-2FF7-5B4C-9552-EB4E60F5E140}" type="presOf" srcId="{A98EB742-3C34-E347-9421-24F8D9170C13}" destId="{38EF8E15-2478-C744-AC59-8B66FC97AB1C}" srcOrd="1" destOrd="0" presId="urn:microsoft.com/office/officeart/2005/8/layout/orgChart1"/>
    <dgm:cxn modelId="{1E80F038-2ACE-CF46-99BF-71A5952DC315}" type="presOf" srcId="{B715F866-3786-1445-8D95-959155D9820D}" destId="{E5F125EF-D088-AB4A-970C-2FCF4FBB72F4}" srcOrd="0" destOrd="0" presId="urn:microsoft.com/office/officeart/2005/8/layout/orgChart1"/>
    <dgm:cxn modelId="{6660C3E4-E623-5B4E-A948-A89C953E560C}" srcId="{A98EB742-3C34-E347-9421-24F8D9170C13}" destId="{5A0BCC90-ACB0-0D49-ADE6-00BA06F76D22}" srcOrd="0" destOrd="0" parTransId="{4748B2B0-9A0D-9247-A2A1-5A6EC05801AA}" sibTransId="{F48C66AB-69C6-2640-B3A0-D63F6CE64604}"/>
    <dgm:cxn modelId="{A25D0B7C-14C2-4541-B9AD-D4C037F4029E}" srcId="{E5A88AC7-EEEA-8345-B39A-63D9E53BF76F}" destId="{C9AAF266-5F6A-1445-828E-67A19C54F4B7}" srcOrd="0" destOrd="0" parTransId="{CCDF547A-7F48-A943-B0E3-FCE5D52CF29D}" sibTransId="{F8925D46-D4CA-5749-9ADD-A800F8E10BA7}"/>
    <dgm:cxn modelId="{B49522A5-C72E-CF4E-AA1C-15220DF5F77C}" type="presOf" srcId="{C9AAF266-5F6A-1445-828E-67A19C54F4B7}" destId="{4E7148C9-58AE-3F42-BE67-5F0AF6B78812}" srcOrd="0" destOrd="0" presId="urn:microsoft.com/office/officeart/2005/8/layout/orgChart1"/>
    <dgm:cxn modelId="{649AFEB3-FBDC-C34F-8811-CBF3EA7A3990}" type="presOf" srcId="{A6C5804A-B3D7-6340-B270-EEDEBF100079}" destId="{F42978CD-8D91-2744-AE83-821182639410}" srcOrd="0" destOrd="0" presId="urn:microsoft.com/office/officeart/2005/8/layout/orgChart1"/>
    <dgm:cxn modelId="{D4BC8D31-34F1-3144-A90C-FC11CD46096B}" type="presOf" srcId="{E7FF6A7C-EBE5-1E4C-B304-ED36323B437F}" destId="{AD5CE1DC-8ED1-494A-92E5-6A4B9DAE5143}" srcOrd="1" destOrd="0" presId="urn:microsoft.com/office/officeart/2005/8/layout/orgChart1"/>
    <dgm:cxn modelId="{6AC893C7-278D-A74A-B260-D489C268FCB8}" type="presOf" srcId="{F930CBC8-5AC8-5040-B87A-77E39FE8A23F}" destId="{1ABE0D70-613E-3647-BD46-4139FA47C625}" srcOrd="0" destOrd="0" presId="urn:microsoft.com/office/officeart/2005/8/layout/orgChart1"/>
    <dgm:cxn modelId="{D3D2402F-C17F-D946-807B-C45C954F08AE}" type="presOf" srcId="{EE057B11-AFEB-664B-B431-62437E4C1FE9}" destId="{393E110D-AC4B-784C-817D-4A0550DEFBD3}" srcOrd="0" destOrd="0" presId="urn:microsoft.com/office/officeart/2005/8/layout/orgChart1"/>
    <dgm:cxn modelId="{10212D77-A472-4941-BC57-EA897CB9FC18}" type="presOf" srcId="{4748B2B0-9A0D-9247-A2A1-5A6EC05801AA}" destId="{5B61AB79-27D5-9342-B60A-DA92605DDA58}" srcOrd="0" destOrd="0" presId="urn:microsoft.com/office/officeart/2005/8/layout/orgChart1"/>
    <dgm:cxn modelId="{0A6EFF52-17A6-0746-A5F1-3B4CC429D8CD}" type="presOf" srcId="{C9AAF266-5F6A-1445-828E-67A19C54F4B7}" destId="{C2E7A2DB-484A-514B-9BE5-15C67BF05F9B}" srcOrd="1" destOrd="0" presId="urn:microsoft.com/office/officeart/2005/8/layout/orgChart1"/>
    <dgm:cxn modelId="{2BF3530E-C303-6746-8C77-B92A56BE3E47}" type="presOf" srcId="{A98EB742-3C34-E347-9421-24F8D9170C13}" destId="{656E76CF-C858-E144-80D6-7F0FBDAD8263}" srcOrd="0" destOrd="0" presId="urn:microsoft.com/office/officeart/2005/8/layout/orgChart1"/>
    <dgm:cxn modelId="{D60BEA91-0B5D-BF49-870C-D27FBA368D80}" srcId="{E7FF6A7C-EBE5-1E4C-B304-ED36323B437F}" destId="{A98EB742-3C34-E347-9421-24F8D9170C13}" srcOrd="1" destOrd="0" parTransId="{EE057B11-AFEB-664B-B431-62437E4C1FE9}" sibTransId="{AF9ED920-2884-2A41-84D7-4A70F21240B1}"/>
    <dgm:cxn modelId="{95C686A0-C31F-CF40-8048-D3F4D3B0C9A4}" srcId="{5A0BCC90-ACB0-0D49-ADE6-00BA06F76D22}" destId="{F930CBC8-5AC8-5040-B87A-77E39FE8A23F}" srcOrd="0" destOrd="0" parTransId="{41F46D77-534F-CC42-9B04-602435BE6088}" sibTransId="{B2F1E9B2-4ADD-3B48-BECA-901EED8F59A8}"/>
    <dgm:cxn modelId="{27644208-8744-7349-AEA9-F436C919C310}" type="presOf" srcId="{9A33DA62-9595-DC49-90FF-14FD78528C1B}" destId="{B4E49CD0-AD97-8442-A9B4-C2A6AE102C74}" srcOrd="0" destOrd="0" presId="urn:microsoft.com/office/officeart/2005/8/layout/orgChart1"/>
    <dgm:cxn modelId="{E8DEB15E-76B6-7C42-8D7B-289D00589F2C}" type="presOf" srcId="{E5A88AC7-EEEA-8345-B39A-63D9E53BF76F}" destId="{9ACE49A9-E075-0E49-B877-E752C22F5BBC}" srcOrd="0" destOrd="0" presId="urn:microsoft.com/office/officeart/2005/8/layout/orgChart1"/>
    <dgm:cxn modelId="{B18F0819-99DC-6E45-BAD6-7F47926F4D9F}" srcId="{C9AAF266-5F6A-1445-828E-67A19C54F4B7}" destId="{E7FF6A7C-EBE5-1E4C-B304-ED36323B437F}" srcOrd="0" destOrd="0" parTransId="{9A33DA62-9595-DC49-90FF-14FD78528C1B}" sibTransId="{624A69F7-4551-C746-987A-D859491A5FC7}"/>
    <dgm:cxn modelId="{B8CCCF41-4365-8F45-9C28-680258CCF8C1}" type="presOf" srcId="{F930CBC8-5AC8-5040-B87A-77E39FE8A23F}" destId="{07AF284C-F381-B54F-85AB-1E2E1ADBB194}" srcOrd="1" destOrd="0" presId="urn:microsoft.com/office/officeart/2005/8/layout/orgChart1"/>
    <dgm:cxn modelId="{023C0C76-A37B-9047-BF01-103661D280B6}" type="presOf" srcId="{B715F866-3786-1445-8D95-959155D9820D}" destId="{10C1BB9E-7AE4-3A44-9439-D080C33BB2A2}" srcOrd="1" destOrd="0" presId="urn:microsoft.com/office/officeart/2005/8/layout/orgChart1"/>
    <dgm:cxn modelId="{148A8D18-F342-A94E-BF77-3E7F71D6B8F0}" type="presOf" srcId="{ADEF19F0-CDAE-1A42-9ABF-C64951A84233}" destId="{431BE6A6-40A1-314F-8E0F-24D34F94EF3C}" srcOrd="0" destOrd="0" presId="urn:microsoft.com/office/officeart/2005/8/layout/orgChart1"/>
    <dgm:cxn modelId="{A94BABC1-05B8-A341-A93B-1629ACA12AD1}" type="presOf" srcId="{0FDB38C3-20CE-A148-B678-A97E4215778A}" destId="{8BBFAA13-FA05-614B-B90B-4E601E97E3BA}" srcOrd="0" destOrd="0" presId="urn:microsoft.com/office/officeart/2005/8/layout/orgChart1"/>
    <dgm:cxn modelId="{68769088-DF91-E94C-96CB-12B18F98D6C5}" srcId="{E7FF6A7C-EBE5-1E4C-B304-ED36323B437F}" destId="{B715F866-3786-1445-8D95-959155D9820D}" srcOrd="2" destOrd="0" parTransId="{0FDB38C3-20CE-A148-B678-A97E4215778A}" sibTransId="{A2F87545-577F-5943-9E36-F4158A5EE388}"/>
    <dgm:cxn modelId="{36163443-6AC3-6F42-BA58-22C192B5E74B}" type="presOf" srcId="{A6C5804A-B3D7-6340-B270-EEDEBF100079}" destId="{F6C37CB7-81CD-5B4F-996C-A5F9F897B8B4}" srcOrd="1" destOrd="0" presId="urn:microsoft.com/office/officeart/2005/8/layout/orgChart1"/>
    <dgm:cxn modelId="{791CA76E-948A-204C-AD06-C10408BA90B9}" type="presOf" srcId="{E7FF6A7C-EBE5-1E4C-B304-ED36323B437F}" destId="{84661350-A990-0046-805D-8E6419F4D50C}" srcOrd="0" destOrd="0" presId="urn:microsoft.com/office/officeart/2005/8/layout/orgChart1"/>
    <dgm:cxn modelId="{B952FF66-CDF9-1A4C-B477-78672CE374EC}" type="presParOf" srcId="{9ACE49A9-E075-0E49-B877-E752C22F5BBC}" destId="{17C903D6-52E1-FF42-964C-184E6F0F0964}" srcOrd="0" destOrd="0" presId="urn:microsoft.com/office/officeart/2005/8/layout/orgChart1"/>
    <dgm:cxn modelId="{7393CF0D-B7BD-7E48-8930-03E560687726}" type="presParOf" srcId="{17C903D6-52E1-FF42-964C-184E6F0F0964}" destId="{A0D48A69-D519-3141-9BDC-ED225B11BC59}" srcOrd="0" destOrd="0" presId="urn:microsoft.com/office/officeart/2005/8/layout/orgChart1"/>
    <dgm:cxn modelId="{F2F0B719-5378-2D4B-941C-292BFB9452C6}" type="presParOf" srcId="{A0D48A69-D519-3141-9BDC-ED225B11BC59}" destId="{4E7148C9-58AE-3F42-BE67-5F0AF6B78812}" srcOrd="0" destOrd="0" presId="urn:microsoft.com/office/officeart/2005/8/layout/orgChart1"/>
    <dgm:cxn modelId="{BC2F7B18-6317-C54D-AB6E-7A08AB5F48FC}" type="presParOf" srcId="{A0D48A69-D519-3141-9BDC-ED225B11BC59}" destId="{C2E7A2DB-484A-514B-9BE5-15C67BF05F9B}" srcOrd="1" destOrd="0" presId="urn:microsoft.com/office/officeart/2005/8/layout/orgChart1"/>
    <dgm:cxn modelId="{F2ECB58F-AD70-5A46-8561-D1D4C60573AF}" type="presParOf" srcId="{17C903D6-52E1-FF42-964C-184E6F0F0964}" destId="{663F2962-A302-F741-8AD1-30C021F1BCDD}" srcOrd="1" destOrd="0" presId="urn:microsoft.com/office/officeart/2005/8/layout/orgChart1"/>
    <dgm:cxn modelId="{68DDCC05-B205-454F-9E71-2EADF5847975}" type="presParOf" srcId="{663F2962-A302-F741-8AD1-30C021F1BCDD}" destId="{B4E49CD0-AD97-8442-A9B4-C2A6AE102C74}" srcOrd="0" destOrd="0" presId="urn:microsoft.com/office/officeart/2005/8/layout/orgChart1"/>
    <dgm:cxn modelId="{37A2534F-4FDE-6C45-B875-AD3155A5A25E}" type="presParOf" srcId="{663F2962-A302-F741-8AD1-30C021F1BCDD}" destId="{DE65940D-1D7A-FA46-960A-5388351FFA83}" srcOrd="1" destOrd="0" presId="urn:microsoft.com/office/officeart/2005/8/layout/orgChart1"/>
    <dgm:cxn modelId="{91F52D38-9743-4A4D-95A1-043B4EC89604}" type="presParOf" srcId="{DE65940D-1D7A-FA46-960A-5388351FFA83}" destId="{5F33B64C-F526-BA4C-ADB5-D7EEEACB416E}" srcOrd="0" destOrd="0" presId="urn:microsoft.com/office/officeart/2005/8/layout/orgChart1"/>
    <dgm:cxn modelId="{C02B487B-88FF-BD4B-8C5F-E3567D6C723E}" type="presParOf" srcId="{5F33B64C-F526-BA4C-ADB5-D7EEEACB416E}" destId="{84661350-A990-0046-805D-8E6419F4D50C}" srcOrd="0" destOrd="0" presId="urn:microsoft.com/office/officeart/2005/8/layout/orgChart1"/>
    <dgm:cxn modelId="{419476B8-C856-6541-A3BC-184EAFA33A19}" type="presParOf" srcId="{5F33B64C-F526-BA4C-ADB5-D7EEEACB416E}" destId="{AD5CE1DC-8ED1-494A-92E5-6A4B9DAE5143}" srcOrd="1" destOrd="0" presId="urn:microsoft.com/office/officeart/2005/8/layout/orgChart1"/>
    <dgm:cxn modelId="{AA07663D-7FD0-1440-8198-7E3B69A728CC}" type="presParOf" srcId="{DE65940D-1D7A-FA46-960A-5388351FFA83}" destId="{B62AC1E7-50D8-7E4D-ADE9-86E74F0ACB16}" srcOrd="1" destOrd="0" presId="urn:microsoft.com/office/officeart/2005/8/layout/orgChart1"/>
    <dgm:cxn modelId="{B736E0C5-7230-3142-80BE-A8BBEB40F407}" type="presParOf" srcId="{B62AC1E7-50D8-7E4D-ADE9-86E74F0ACB16}" destId="{431BE6A6-40A1-314F-8E0F-24D34F94EF3C}" srcOrd="0" destOrd="0" presId="urn:microsoft.com/office/officeart/2005/8/layout/orgChart1"/>
    <dgm:cxn modelId="{CDD63FF2-923F-2E4B-8C0E-E0EF4FD4D06F}" type="presParOf" srcId="{B62AC1E7-50D8-7E4D-ADE9-86E74F0ACB16}" destId="{8025065F-B4B6-A24A-A84D-6A76F9C4EF53}" srcOrd="1" destOrd="0" presId="urn:microsoft.com/office/officeart/2005/8/layout/orgChart1"/>
    <dgm:cxn modelId="{378ECA16-BBA7-6449-AAD5-8CB8ABE507BC}" type="presParOf" srcId="{8025065F-B4B6-A24A-A84D-6A76F9C4EF53}" destId="{FDDA7D8B-481B-AE44-9967-39B08B71DE68}" srcOrd="0" destOrd="0" presId="urn:microsoft.com/office/officeart/2005/8/layout/orgChart1"/>
    <dgm:cxn modelId="{C28A7F15-921B-0E4F-833F-91C09B3230CA}" type="presParOf" srcId="{FDDA7D8B-481B-AE44-9967-39B08B71DE68}" destId="{F42978CD-8D91-2744-AE83-821182639410}" srcOrd="0" destOrd="0" presId="urn:microsoft.com/office/officeart/2005/8/layout/orgChart1"/>
    <dgm:cxn modelId="{FD0B5E00-1063-1047-8176-A11EF323EE2F}" type="presParOf" srcId="{FDDA7D8B-481B-AE44-9967-39B08B71DE68}" destId="{F6C37CB7-81CD-5B4F-996C-A5F9F897B8B4}" srcOrd="1" destOrd="0" presId="urn:microsoft.com/office/officeart/2005/8/layout/orgChart1"/>
    <dgm:cxn modelId="{ACAF8A4A-E37B-C549-88C4-D3EA8D55F1CD}" type="presParOf" srcId="{8025065F-B4B6-A24A-A84D-6A76F9C4EF53}" destId="{A6211BC9-296C-734A-B57C-CDDDB0893107}" srcOrd="1" destOrd="0" presId="urn:microsoft.com/office/officeart/2005/8/layout/orgChart1"/>
    <dgm:cxn modelId="{5E40ACE8-95AC-6A4B-A0EA-4AF978F52CD3}" type="presParOf" srcId="{8025065F-B4B6-A24A-A84D-6A76F9C4EF53}" destId="{62F08C08-DC76-A84A-9DDE-31B232747DED}" srcOrd="2" destOrd="0" presId="urn:microsoft.com/office/officeart/2005/8/layout/orgChart1"/>
    <dgm:cxn modelId="{9EC5E70D-E04C-A944-B5A1-9542CE844D97}" type="presParOf" srcId="{B62AC1E7-50D8-7E4D-ADE9-86E74F0ACB16}" destId="{393E110D-AC4B-784C-817D-4A0550DEFBD3}" srcOrd="2" destOrd="0" presId="urn:microsoft.com/office/officeart/2005/8/layout/orgChart1"/>
    <dgm:cxn modelId="{8C5B203F-D04A-5E48-9445-5980CC2C9AC9}" type="presParOf" srcId="{B62AC1E7-50D8-7E4D-ADE9-86E74F0ACB16}" destId="{2602DF8B-A5B5-5044-876F-FA4E30AA6A98}" srcOrd="3" destOrd="0" presId="urn:microsoft.com/office/officeart/2005/8/layout/orgChart1"/>
    <dgm:cxn modelId="{7407C83C-F3B9-7B47-B5EE-53A5F4CE272A}" type="presParOf" srcId="{2602DF8B-A5B5-5044-876F-FA4E30AA6A98}" destId="{2EF3654E-5917-7A4F-AB9F-BE9243221A03}" srcOrd="0" destOrd="0" presId="urn:microsoft.com/office/officeart/2005/8/layout/orgChart1"/>
    <dgm:cxn modelId="{B5429C69-ECFA-B743-8755-138DE9782625}" type="presParOf" srcId="{2EF3654E-5917-7A4F-AB9F-BE9243221A03}" destId="{656E76CF-C858-E144-80D6-7F0FBDAD8263}" srcOrd="0" destOrd="0" presId="urn:microsoft.com/office/officeart/2005/8/layout/orgChart1"/>
    <dgm:cxn modelId="{E6A336E0-14D8-4942-922B-C461021C441C}" type="presParOf" srcId="{2EF3654E-5917-7A4F-AB9F-BE9243221A03}" destId="{38EF8E15-2478-C744-AC59-8B66FC97AB1C}" srcOrd="1" destOrd="0" presId="urn:microsoft.com/office/officeart/2005/8/layout/orgChart1"/>
    <dgm:cxn modelId="{48875813-93FC-C94D-A9FB-5331218051F8}" type="presParOf" srcId="{2602DF8B-A5B5-5044-876F-FA4E30AA6A98}" destId="{B92451B2-43C4-4D45-8D20-273466331A55}" srcOrd="1" destOrd="0" presId="urn:microsoft.com/office/officeart/2005/8/layout/orgChart1"/>
    <dgm:cxn modelId="{E905FD0E-6642-8E43-9791-9807C67FBE34}" type="presParOf" srcId="{B92451B2-43C4-4D45-8D20-273466331A55}" destId="{5B61AB79-27D5-9342-B60A-DA92605DDA58}" srcOrd="0" destOrd="0" presId="urn:microsoft.com/office/officeart/2005/8/layout/orgChart1"/>
    <dgm:cxn modelId="{FF6B0342-3FE7-B349-A211-9147DE94491D}" type="presParOf" srcId="{B92451B2-43C4-4D45-8D20-273466331A55}" destId="{4585D97D-173B-1744-BDDB-71E06E60DB85}" srcOrd="1" destOrd="0" presId="urn:microsoft.com/office/officeart/2005/8/layout/orgChart1"/>
    <dgm:cxn modelId="{B32F22DD-0F82-954C-B3FA-0EE7298D73C6}" type="presParOf" srcId="{4585D97D-173B-1744-BDDB-71E06E60DB85}" destId="{83388D3B-5786-3F4B-804E-132E5B0CA844}" srcOrd="0" destOrd="0" presId="urn:microsoft.com/office/officeart/2005/8/layout/orgChart1"/>
    <dgm:cxn modelId="{25FEC6D3-2CA9-2C48-A409-ABE8D674E1BA}" type="presParOf" srcId="{83388D3B-5786-3F4B-804E-132E5B0CA844}" destId="{AB973D74-EC20-DA4F-AA26-47F815FE97E4}" srcOrd="0" destOrd="0" presId="urn:microsoft.com/office/officeart/2005/8/layout/orgChart1"/>
    <dgm:cxn modelId="{6450DA4A-94E5-5145-858F-0AEC4EC42D9A}" type="presParOf" srcId="{83388D3B-5786-3F4B-804E-132E5B0CA844}" destId="{B92B523D-F7F4-C94E-ACA0-0FA2EF5C2EF7}" srcOrd="1" destOrd="0" presId="urn:microsoft.com/office/officeart/2005/8/layout/orgChart1"/>
    <dgm:cxn modelId="{9ADE7A25-F1EE-0642-A19C-2B6A54299B72}" type="presParOf" srcId="{4585D97D-173B-1744-BDDB-71E06E60DB85}" destId="{76F854ED-8A90-B949-9FA6-0FF221521B66}" srcOrd="1" destOrd="0" presId="urn:microsoft.com/office/officeart/2005/8/layout/orgChart1"/>
    <dgm:cxn modelId="{AC860D8F-E7E7-CA48-A01F-FCF53FBF696F}" type="presParOf" srcId="{76F854ED-8A90-B949-9FA6-0FF221521B66}" destId="{AB8EC736-F827-D148-BC17-39780ACD9CF7}" srcOrd="0" destOrd="0" presId="urn:microsoft.com/office/officeart/2005/8/layout/orgChart1"/>
    <dgm:cxn modelId="{9A888E8B-4B93-A145-BFEB-290B515A68EE}" type="presParOf" srcId="{76F854ED-8A90-B949-9FA6-0FF221521B66}" destId="{097DCC39-48AE-D64A-850C-60A06970C834}" srcOrd="1" destOrd="0" presId="urn:microsoft.com/office/officeart/2005/8/layout/orgChart1"/>
    <dgm:cxn modelId="{AF19AF53-B48F-E645-91C5-26A0B221CE1E}" type="presParOf" srcId="{097DCC39-48AE-D64A-850C-60A06970C834}" destId="{B1EAB831-A98B-A648-A097-9F316DABFA54}" srcOrd="0" destOrd="0" presId="urn:microsoft.com/office/officeart/2005/8/layout/orgChart1"/>
    <dgm:cxn modelId="{386CF429-25AD-BB49-8134-6BCCA7C7A23E}" type="presParOf" srcId="{B1EAB831-A98B-A648-A097-9F316DABFA54}" destId="{1ABE0D70-613E-3647-BD46-4139FA47C625}" srcOrd="0" destOrd="0" presId="urn:microsoft.com/office/officeart/2005/8/layout/orgChart1"/>
    <dgm:cxn modelId="{D7FCAE82-7F7D-7541-9316-5D34FD892061}" type="presParOf" srcId="{B1EAB831-A98B-A648-A097-9F316DABFA54}" destId="{07AF284C-F381-B54F-85AB-1E2E1ADBB194}" srcOrd="1" destOrd="0" presId="urn:microsoft.com/office/officeart/2005/8/layout/orgChart1"/>
    <dgm:cxn modelId="{11D01AF3-2089-FB43-83B8-D481317412E9}" type="presParOf" srcId="{097DCC39-48AE-D64A-850C-60A06970C834}" destId="{E25573F4-A704-7046-97FC-CF4A4A38AC63}" srcOrd="1" destOrd="0" presId="urn:microsoft.com/office/officeart/2005/8/layout/orgChart1"/>
    <dgm:cxn modelId="{291F38A6-7DF7-2D42-A0B7-38786ACBBA39}" type="presParOf" srcId="{097DCC39-48AE-D64A-850C-60A06970C834}" destId="{BF39C741-FB57-4A4A-98E0-695599FCDDAB}" srcOrd="2" destOrd="0" presId="urn:microsoft.com/office/officeart/2005/8/layout/orgChart1"/>
    <dgm:cxn modelId="{E52EB245-E04A-6746-B85B-EDD496B2EB4E}" type="presParOf" srcId="{4585D97D-173B-1744-BDDB-71E06E60DB85}" destId="{D1A74E86-6700-1544-B436-74B77EDA156C}" srcOrd="2" destOrd="0" presId="urn:microsoft.com/office/officeart/2005/8/layout/orgChart1"/>
    <dgm:cxn modelId="{FBD3C083-D4B7-3346-B89C-2DA723FDAE02}" type="presParOf" srcId="{2602DF8B-A5B5-5044-876F-FA4E30AA6A98}" destId="{26A56438-590D-B242-9022-EFE5D90AF8F5}" srcOrd="2" destOrd="0" presId="urn:microsoft.com/office/officeart/2005/8/layout/orgChart1"/>
    <dgm:cxn modelId="{7FCCB778-DDE4-1F46-A330-63332D61D7D0}" type="presParOf" srcId="{B62AC1E7-50D8-7E4D-ADE9-86E74F0ACB16}" destId="{8BBFAA13-FA05-614B-B90B-4E601E97E3BA}" srcOrd="4" destOrd="0" presId="urn:microsoft.com/office/officeart/2005/8/layout/orgChart1"/>
    <dgm:cxn modelId="{C28DACD2-4E15-214F-8B7E-56528C6EB8BB}" type="presParOf" srcId="{B62AC1E7-50D8-7E4D-ADE9-86E74F0ACB16}" destId="{DE9D8230-970E-E94B-B3CE-9DC5D098CD26}" srcOrd="5" destOrd="0" presId="urn:microsoft.com/office/officeart/2005/8/layout/orgChart1"/>
    <dgm:cxn modelId="{FF3DE87D-945D-8740-B42E-99592FD12C0E}" type="presParOf" srcId="{DE9D8230-970E-E94B-B3CE-9DC5D098CD26}" destId="{606A6E54-03B2-5042-99E3-2D1232F42AB2}" srcOrd="0" destOrd="0" presId="urn:microsoft.com/office/officeart/2005/8/layout/orgChart1"/>
    <dgm:cxn modelId="{AFF5E136-96D2-4A42-BBBB-5BFC3D8FC81B}" type="presParOf" srcId="{606A6E54-03B2-5042-99E3-2D1232F42AB2}" destId="{E5F125EF-D088-AB4A-970C-2FCF4FBB72F4}" srcOrd="0" destOrd="0" presId="urn:microsoft.com/office/officeart/2005/8/layout/orgChart1"/>
    <dgm:cxn modelId="{BD7BC4E3-6870-9348-B467-79CA54824C1A}" type="presParOf" srcId="{606A6E54-03B2-5042-99E3-2D1232F42AB2}" destId="{10C1BB9E-7AE4-3A44-9439-D080C33BB2A2}" srcOrd="1" destOrd="0" presId="urn:microsoft.com/office/officeart/2005/8/layout/orgChart1"/>
    <dgm:cxn modelId="{0EAA08DB-E4AB-EF48-BB84-4F64A78BD4C4}" type="presParOf" srcId="{DE9D8230-970E-E94B-B3CE-9DC5D098CD26}" destId="{9D9749BB-3DDA-264E-B29A-F9FE98E46485}" srcOrd="1" destOrd="0" presId="urn:microsoft.com/office/officeart/2005/8/layout/orgChart1"/>
    <dgm:cxn modelId="{A7E15736-76E3-764F-AB1B-B5C0C56F530C}" type="presParOf" srcId="{DE9D8230-970E-E94B-B3CE-9DC5D098CD26}" destId="{3AC3C634-CB96-5C43-A6F5-A564211BC181}" srcOrd="2" destOrd="0" presId="urn:microsoft.com/office/officeart/2005/8/layout/orgChart1"/>
    <dgm:cxn modelId="{BE492940-8A51-BC40-8C56-E70901F7CFE4}" type="presParOf" srcId="{DE65940D-1D7A-FA46-960A-5388351FFA83}" destId="{B52EA6C0-A78E-264E-A613-A59608C2105F}" srcOrd="2" destOrd="0" presId="urn:microsoft.com/office/officeart/2005/8/layout/orgChart1"/>
    <dgm:cxn modelId="{FCE8F8E9-DFCD-2843-8F7A-1800C5E43AF9}" type="presParOf" srcId="{17C903D6-52E1-FF42-964C-184E6F0F0964}" destId="{3967D005-4E50-CA45-8780-7B374E9F2A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0A344F-814D-9E41-9E96-D19AE07A7C4C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F1822D-DD2E-0A4C-9CB6-8A890B83FA9D}">
      <dgm:prSet phldrT="[Text]" custT="1"/>
      <dgm:spPr/>
      <dgm:t>
        <a:bodyPr/>
        <a:lstStyle/>
        <a:p>
          <a:r>
            <a:rPr lang="en-US" sz="2400" dirty="0" smtClean="0"/>
            <a:t>Main Window</a:t>
          </a:r>
          <a:endParaRPr lang="en-US" sz="2400" dirty="0"/>
        </a:p>
      </dgm:t>
    </dgm:pt>
    <dgm:pt modelId="{F971799C-219B-7F4B-975F-BEAEE0710424}" type="parTrans" cxnId="{F70399C7-01D1-0F4E-A300-91ADBB150901}">
      <dgm:prSet/>
      <dgm:spPr/>
      <dgm:t>
        <a:bodyPr/>
        <a:lstStyle/>
        <a:p>
          <a:endParaRPr lang="en-US" sz="2400"/>
        </a:p>
      </dgm:t>
    </dgm:pt>
    <dgm:pt modelId="{27374BA2-EB17-FB43-A8B8-667F6CC03C48}" type="sibTrans" cxnId="{F70399C7-01D1-0F4E-A300-91ADBB150901}">
      <dgm:prSet/>
      <dgm:spPr/>
      <dgm:t>
        <a:bodyPr/>
        <a:lstStyle/>
        <a:p>
          <a:endParaRPr lang="en-US" sz="2400"/>
        </a:p>
      </dgm:t>
    </dgm:pt>
    <dgm:pt modelId="{7D589DBE-9163-3B49-9ECB-BF1310C9ACF2}">
      <dgm:prSet phldrT="[Text]" custT="1"/>
      <dgm:spPr/>
      <dgm:t>
        <a:bodyPr/>
        <a:lstStyle/>
        <a:p>
          <a:r>
            <a:rPr lang="en-US" sz="2400" dirty="0" smtClean="0"/>
            <a:t>Video Player</a:t>
          </a:r>
          <a:endParaRPr lang="en-US" sz="2400" dirty="0"/>
        </a:p>
      </dgm:t>
    </dgm:pt>
    <dgm:pt modelId="{83EA068F-75BD-FB4F-A1DA-9C5D8E2A5949}" type="parTrans" cxnId="{A8708833-7593-9249-925A-FCC186EFB41B}">
      <dgm:prSet/>
      <dgm:spPr/>
      <dgm:t>
        <a:bodyPr/>
        <a:lstStyle/>
        <a:p>
          <a:endParaRPr lang="en-US" sz="2400"/>
        </a:p>
      </dgm:t>
    </dgm:pt>
    <dgm:pt modelId="{4AC544B5-4A65-5046-8DCD-82BEF3CC5435}" type="sibTrans" cxnId="{A8708833-7593-9249-925A-FCC186EFB41B}">
      <dgm:prSet/>
      <dgm:spPr/>
      <dgm:t>
        <a:bodyPr/>
        <a:lstStyle/>
        <a:p>
          <a:endParaRPr lang="en-US" sz="2400"/>
        </a:p>
      </dgm:t>
    </dgm:pt>
    <dgm:pt modelId="{9A972E1A-07D0-634D-92F0-49FB7F8CB794}">
      <dgm:prSet phldrT="[Text]" custT="1"/>
      <dgm:spPr/>
      <dgm:t>
        <a:bodyPr/>
        <a:lstStyle/>
        <a:p>
          <a:r>
            <a:rPr lang="en-US" sz="2400" dirty="0" smtClean="0"/>
            <a:t>Sidebar</a:t>
          </a:r>
          <a:endParaRPr lang="en-US" sz="2400" dirty="0"/>
        </a:p>
      </dgm:t>
    </dgm:pt>
    <dgm:pt modelId="{8238DC4C-A98D-6C47-BBF6-85890FF40887}" type="parTrans" cxnId="{A5C90F98-8BA4-BE44-82EF-390064EC9793}">
      <dgm:prSet/>
      <dgm:spPr/>
      <dgm:t>
        <a:bodyPr/>
        <a:lstStyle/>
        <a:p>
          <a:endParaRPr lang="en-US" sz="2400"/>
        </a:p>
      </dgm:t>
    </dgm:pt>
    <dgm:pt modelId="{A377120F-645D-9C41-8B7C-613A6F1A0D18}" type="sibTrans" cxnId="{A5C90F98-8BA4-BE44-82EF-390064EC9793}">
      <dgm:prSet/>
      <dgm:spPr/>
      <dgm:t>
        <a:bodyPr/>
        <a:lstStyle/>
        <a:p>
          <a:endParaRPr lang="en-US" sz="2400"/>
        </a:p>
      </dgm:t>
    </dgm:pt>
    <dgm:pt modelId="{4CC025BC-E097-4043-92D0-EDF3A4C85628}">
      <dgm:prSet phldrT="[Text]" custT="1"/>
      <dgm:spPr/>
      <dgm:t>
        <a:bodyPr/>
        <a:lstStyle/>
        <a:p>
          <a:r>
            <a:rPr lang="en-US" sz="2400" dirty="0" smtClean="0"/>
            <a:t>Overlay</a:t>
          </a:r>
          <a:endParaRPr lang="en-US" sz="2400" dirty="0"/>
        </a:p>
      </dgm:t>
    </dgm:pt>
    <dgm:pt modelId="{27EC88EE-BE3B-3648-B52C-5EE30F2DDF90}" type="parTrans" cxnId="{BE8B3574-D42C-E749-A591-4B11B3B08239}">
      <dgm:prSet/>
      <dgm:spPr/>
      <dgm:t>
        <a:bodyPr/>
        <a:lstStyle/>
        <a:p>
          <a:endParaRPr lang="en-US" sz="2400"/>
        </a:p>
      </dgm:t>
    </dgm:pt>
    <dgm:pt modelId="{A37754E7-9A1F-0A48-A62B-265E3DA350D7}" type="sibTrans" cxnId="{BE8B3574-D42C-E749-A591-4B11B3B08239}">
      <dgm:prSet/>
      <dgm:spPr/>
      <dgm:t>
        <a:bodyPr/>
        <a:lstStyle/>
        <a:p>
          <a:endParaRPr lang="en-US" sz="2400"/>
        </a:p>
      </dgm:t>
    </dgm:pt>
    <dgm:pt modelId="{9166F182-DDB2-254C-A189-A13835296FB3}" type="pres">
      <dgm:prSet presAssocID="{450A344F-814D-9E41-9E96-D19AE07A7C4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6607544-9202-DA49-8E5E-F4BCAD4E2DC0}" type="pres">
      <dgm:prSet presAssocID="{A3F1822D-DD2E-0A4C-9CB6-8A890B83FA9D}" presName="hierRoot1" presStyleCnt="0">
        <dgm:presLayoutVars>
          <dgm:hierBranch val="init"/>
        </dgm:presLayoutVars>
      </dgm:prSet>
      <dgm:spPr/>
    </dgm:pt>
    <dgm:pt modelId="{626C7AB5-734C-4045-9E89-7D6C5068C2E9}" type="pres">
      <dgm:prSet presAssocID="{A3F1822D-DD2E-0A4C-9CB6-8A890B83FA9D}" presName="rootComposite1" presStyleCnt="0"/>
      <dgm:spPr/>
    </dgm:pt>
    <dgm:pt modelId="{083F0C9D-CAEF-2E43-BAA3-478744A39B36}" type="pres">
      <dgm:prSet presAssocID="{A3F1822D-DD2E-0A4C-9CB6-8A890B83FA9D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0CC7E6-306F-084B-9120-B3F850F09A84}" type="pres">
      <dgm:prSet presAssocID="{A3F1822D-DD2E-0A4C-9CB6-8A890B83FA9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B5B58A2C-09AF-1743-AEDA-7D109E87738A}" type="pres">
      <dgm:prSet presAssocID="{A3F1822D-DD2E-0A4C-9CB6-8A890B83FA9D}" presName="hierChild2" presStyleCnt="0"/>
      <dgm:spPr/>
    </dgm:pt>
    <dgm:pt modelId="{57A4A94B-FA9C-904C-A885-F08170F4F4DD}" type="pres">
      <dgm:prSet presAssocID="{27EC88EE-BE3B-3648-B52C-5EE30F2DDF90}" presName="Name37" presStyleLbl="parChTrans1D2" presStyleIdx="0" presStyleCnt="3"/>
      <dgm:spPr/>
      <dgm:t>
        <a:bodyPr/>
        <a:lstStyle/>
        <a:p>
          <a:endParaRPr lang="en-US"/>
        </a:p>
      </dgm:t>
    </dgm:pt>
    <dgm:pt modelId="{D27F186E-DF40-5F40-A167-23881667A59F}" type="pres">
      <dgm:prSet presAssocID="{4CC025BC-E097-4043-92D0-EDF3A4C85628}" presName="hierRoot2" presStyleCnt="0">
        <dgm:presLayoutVars>
          <dgm:hierBranch val="init"/>
        </dgm:presLayoutVars>
      </dgm:prSet>
      <dgm:spPr/>
    </dgm:pt>
    <dgm:pt modelId="{B6EDFFF3-03E6-6147-8885-23AFD826DDF6}" type="pres">
      <dgm:prSet presAssocID="{4CC025BC-E097-4043-92D0-EDF3A4C85628}" presName="rootComposite" presStyleCnt="0"/>
      <dgm:spPr/>
    </dgm:pt>
    <dgm:pt modelId="{B2D31279-D4D9-504C-9339-8035D30ED466}" type="pres">
      <dgm:prSet presAssocID="{4CC025BC-E097-4043-92D0-EDF3A4C85628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9F3599A-DD28-AC49-A1EC-48C97D29ACCC}" type="pres">
      <dgm:prSet presAssocID="{4CC025BC-E097-4043-92D0-EDF3A4C85628}" presName="rootConnector" presStyleLbl="node2" presStyleIdx="0" presStyleCnt="3"/>
      <dgm:spPr/>
      <dgm:t>
        <a:bodyPr/>
        <a:lstStyle/>
        <a:p>
          <a:endParaRPr lang="en-US"/>
        </a:p>
      </dgm:t>
    </dgm:pt>
    <dgm:pt modelId="{CDAFA0B1-1C88-0E40-847E-69EC17753B81}" type="pres">
      <dgm:prSet presAssocID="{4CC025BC-E097-4043-92D0-EDF3A4C85628}" presName="hierChild4" presStyleCnt="0"/>
      <dgm:spPr/>
    </dgm:pt>
    <dgm:pt modelId="{DB78428F-F1DF-8E45-AB12-1A199CE36D3C}" type="pres">
      <dgm:prSet presAssocID="{4CC025BC-E097-4043-92D0-EDF3A4C85628}" presName="hierChild5" presStyleCnt="0"/>
      <dgm:spPr/>
    </dgm:pt>
    <dgm:pt modelId="{A5AA7C3D-D453-EE4D-9917-B9EF58C672BF}" type="pres">
      <dgm:prSet presAssocID="{83EA068F-75BD-FB4F-A1DA-9C5D8E2A5949}" presName="Name37" presStyleLbl="parChTrans1D2" presStyleIdx="1" presStyleCnt="3"/>
      <dgm:spPr/>
      <dgm:t>
        <a:bodyPr/>
        <a:lstStyle/>
        <a:p>
          <a:endParaRPr lang="en-US"/>
        </a:p>
      </dgm:t>
    </dgm:pt>
    <dgm:pt modelId="{E591ADF7-A270-2242-B7B4-E40E247616F2}" type="pres">
      <dgm:prSet presAssocID="{7D589DBE-9163-3B49-9ECB-BF1310C9ACF2}" presName="hierRoot2" presStyleCnt="0">
        <dgm:presLayoutVars>
          <dgm:hierBranch val="init"/>
        </dgm:presLayoutVars>
      </dgm:prSet>
      <dgm:spPr/>
    </dgm:pt>
    <dgm:pt modelId="{84371DBF-850B-B849-A04C-B3CC91DD763D}" type="pres">
      <dgm:prSet presAssocID="{7D589DBE-9163-3B49-9ECB-BF1310C9ACF2}" presName="rootComposite" presStyleCnt="0"/>
      <dgm:spPr/>
    </dgm:pt>
    <dgm:pt modelId="{AC6459D4-3DA0-0A40-A724-06DD056F2FB4}" type="pres">
      <dgm:prSet presAssocID="{7D589DBE-9163-3B49-9ECB-BF1310C9ACF2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1C4EA0-01A8-4842-BB14-88A5074226D5}" type="pres">
      <dgm:prSet presAssocID="{7D589DBE-9163-3B49-9ECB-BF1310C9ACF2}" presName="rootConnector" presStyleLbl="node2" presStyleIdx="1" presStyleCnt="3"/>
      <dgm:spPr/>
      <dgm:t>
        <a:bodyPr/>
        <a:lstStyle/>
        <a:p>
          <a:endParaRPr lang="en-US"/>
        </a:p>
      </dgm:t>
    </dgm:pt>
    <dgm:pt modelId="{8FF99131-5051-6E40-8D5B-00C2E57A1846}" type="pres">
      <dgm:prSet presAssocID="{7D589DBE-9163-3B49-9ECB-BF1310C9ACF2}" presName="hierChild4" presStyleCnt="0"/>
      <dgm:spPr/>
    </dgm:pt>
    <dgm:pt modelId="{CABCF3A7-455B-BF4F-9FC3-A6878EC541CF}" type="pres">
      <dgm:prSet presAssocID="{7D589DBE-9163-3B49-9ECB-BF1310C9ACF2}" presName="hierChild5" presStyleCnt="0"/>
      <dgm:spPr/>
    </dgm:pt>
    <dgm:pt modelId="{D158312C-0957-744F-A947-233E074B6230}" type="pres">
      <dgm:prSet presAssocID="{8238DC4C-A98D-6C47-BBF6-85890FF40887}" presName="Name37" presStyleLbl="parChTrans1D2" presStyleIdx="2" presStyleCnt="3"/>
      <dgm:spPr/>
      <dgm:t>
        <a:bodyPr/>
        <a:lstStyle/>
        <a:p>
          <a:endParaRPr lang="en-US"/>
        </a:p>
      </dgm:t>
    </dgm:pt>
    <dgm:pt modelId="{3051625B-8B14-CF41-A7B1-FFDDDF77B8B9}" type="pres">
      <dgm:prSet presAssocID="{9A972E1A-07D0-634D-92F0-49FB7F8CB794}" presName="hierRoot2" presStyleCnt="0">
        <dgm:presLayoutVars>
          <dgm:hierBranch val="init"/>
        </dgm:presLayoutVars>
      </dgm:prSet>
      <dgm:spPr/>
    </dgm:pt>
    <dgm:pt modelId="{A2524087-B17F-314A-AB8A-8CDC4D22ED5F}" type="pres">
      <dgm:prSet presAssocID="{9A972E1A-07D0-634D-92F0-49FB7F8CB794}" presName="rootComposite" presStyleCnt="0"/>
      <dgm:spPr/>
    </dgm:pt>
    <dgm:pt modelId="{85DAF6E9-C2E1-C842-8846-611B026296E1}" type="pres">
      <dgm:prSet presAssocID="{9A972E1A-07D0-634D-92F0-49FB7F8CB794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6A68ABD-B2AF-B843-BDE5-D9AC4D596FEB}" type="pres">
      <dgm:prSet presAssocID="{9A972E1A-07D0-634D-92F0-49FB7F8CB794}" presName="rootConnector" presStyleLbl="node2" presStyleIdx="2" presStyleCnt="3"/>
      <dgm:spPr/>
      <dgm:t>
        <a:bodyPr/>
        <a:lstStyle/>
        <a:p>
          <a:endParaRPr lang="en-US"/>
        </a:p>
      </dgm:t>
    </dgm:pt>
    <dgm:pt modelId="{FE4352ED-7920-BB42-8705-DFEE254F5C01}" type="pres">
      <dgm:prSet presAssocID="{9A972E1A-07D0-634D-92F0-49FB7F8CB794}" presName="hierChild4" presStyleCnt="0"/>
      <dgm:spPr/>
    </dgm:pt>
    <dgm:pt modelId="{4F23AE88-3459-DA47-8EB0-6EF07AD06FBC}" type="pres">
      <dgm:prSet presAssocID="{9A972E1A-07D0-634D-92F0-49FB7F8CB794}" presName="hierChild5" presStyleCnt="0"/>
      <dgm:spPr/>
    </dgm:pt>
    <dgm:pt modelId="{22E62021-898C-1241-A3EF-CC49407262DF}" type="pres">
      <dgm:prSet presAssocID="{A3F1822D-DD2E-0A4C-9CB6-8A890B83FA9D}" presName="hierChild3" presStyleCnt="0"/>
      <dgm:spPr/>
    </dgm:pt>
  </dgm:ptLst>
  <dgm:cxnLst>
    <dgm:cxn modelId="{BD7B03FC-724E-DF45-BBAF-0CA27B9D12FA}" type="presOf" srcId="{9A972E1A-07D0-634D-92F0-49FB7F8CB794}" destId="{E6A68ABD-B2AF-B843-BDE5-D9AC4D596FEB}" srcOrd="1" destOrd="0" presId="urn:microsoft.com/office/officeart/2005/8/layout/orgChart1"/>
    <dgm:cxn modelId="{A8708833-7593-9249-925A-FCC186EFB41B}" srcId="{A3F1822D-DD2E-0A4C-9CB6-8A890B83FA9D}" destId="{7D589DBE-9163-3B49-9ECB-BF1310C9ACF2}" srcOrd="1" destOrd="0" parTransId="{83EA068F-75BD-FB4F-A1DA-9C5D8E2A5949}" sibTransId="{4AC544B5-4A65-5046-8DCD-82BEF3CC5435}"/>
    <dgm:cxn modelId="{4DA40086-F4D0-7B47-ACBC-08E7BB6CB142}" type="presOf" srcId="{4CC025BC-E097-4043-92D0-EDF3A4C85628}" destId="{D9F3599A-DD28-AC49-A1EC-48C97D29ACCC}" srcOrd="1" destOrd="0" presId="urn:microsoft.com/office/officeart/2005/8/layout/orgChart1"/>
    <dgm:cxn modelId="{695651E6-3905-3E4A-A75D-DDA42F8E0AC5}" type="presOf" srcId="{8238DC4C-A98D-6C47-BBF6-85890FF40887}" destId="{D158312C-0957-744F-A947-233E074B6230}" srcOrd="0" destOrd="0" presId="urn:microsoft.com/office/officeart/2005/8/layout/orgChart1"/>
    <dgm:cxn modelId="{7234EC13-50BF-1841-9BBF-021DD4D8526C}" type="presOf" srcId="{450A344F-814D-9E41-9E96-D19AE07A7C4C}" destId="{9166F182-DDB2-254C-A189-A13835296FB3}" srcOrd="0" destOrd="0" presId="urn:microsoft.com/office/officeart/2005/8/layout/orgChart1"/>
    <dgm:cxn modelId="{0AD7274F-C4BD-1F4B-B834-8E6B42F56A59}" type="presOf" srcId="{9A972E1A-07D0-634D-92F0-49FB7F8CB794}" destId="{85DAF6E9-C2E1-C842-8846-611B026296E1}" srcOrd="0" destOrd="0" presId="urn:microsoft.com/office/officeart/2005/8/layout/orgChart1"/>
    <dgm:cxn modelId="{9C407AD8-175E-964C-BBDA-0BA216C039CC}" type="presOf" srcId="{7D589DBE-9163-3B49-9ECB-BF1310C9ACF2}" destId="{AC6459D4-3DA0-0A40-A724-06DD056F2FB4}" srcOrd="0" destOrd="0" presId="urn:microsoft.com/office/officeart/2005/8/layout/orgChart1"/>
    <dgm:cxn modelId="{7E1047C9-1ABD-944D-9912-7B8CC8619D61}" type="presOf" srcId="{27EC88EE-BE3B-3648-B52C-5EE30F2DDF90}" destId="{57A4A94B-FA9C-904C-A885-F08170F4F4DD}" srcOrd="0" destOrd="0" presId="urn:microsoft.com/office/officeart/2005/8/layout/orgChart1"/>
    <dgm:cxn modelId="{98257F8B-6977-434F-91DF-C09646DC36B9}" type="presOf" srcId="{A3F1822D-DD2E-0A4C-9CB6-8A890B83FA9D}" destId="{083F0C9D-CAEF-2E43-BAA3-478744A39B36}" srcOrd="0" destOrd="0" presId="urn:microsoft.com/office/officeart/2005/8/layout/orgChart1"/>
    <dgm:cxn modelId="{C276ED47-52EB-7F4B-8281-7B30D71C8C88}" type="presOf" srcId="{A3F1822D-DD2E-0A4C-9CB6-8A890B83FA9D}" destId="{F10CC7E6-306F-084B-9120-B3F850F09A84}" srcOrd="1" destOrd="0" presId="urn:microsoft.com/office/officeart/2005/8/layout/orgChart1"/>
    <dgm:cxn modelId="{D644F2E8-3E3A-F54F-A179-8F9F1A661D82}" type="presOf" srcId="{83EA068F-75BD-FB4F-A1DA-9C5D8E2A5949}" destId="{A5AA7C3D-D453-EE4D-9917-B9EF58C672BF}" srcOrd="0" destOrd="0" presId="urn:microsoft.com/office/officeart/2005/8/layout/orgChart1"/>
    <dgm:cxn modelId="{EBB1002A-6621-514F-B85E-41BE80D99A31}" type="presOf" srcId="{4CC025BC-E097-4043-92D0-EDF3A4C85628}" destId="{B2D31279-D4D9-504C-9339-8035D30ED466}" srcOrd="0" destOrd="0" presId="urn:microsoft.com/office/officeart/2005/8/layout/orgChart1"/>
    <dgm:cxn modelId="{BE8B3574-D42C-E749-A591-4B11B3B08239}" srcId="{A3F1822D-DD2E-0A4C-9CB6-8A890B83FA9D}" destId="{4CC025BC-E097-4043-92D0-EDF3A4C85628}" srcOrd="0" destOrd="0" parTransId="{27EC88EE-BE3B-3648-B52C-5EE30F2DDF90}" sibTransId="{A37754E7-9A1F-0A48-A62B-265E3DA350D7}"/>
    <dgm:cxn modelId="{F70399C7-01D1-0F4E-A300-91ADBB150901}" srcId="{450A344F-814D-9E41-9E96-D19AE07A7C4C}" destId="{A3F1822D-DD2E-0A4C-9CB6-8A890B83FA9D}" srcOrd="0" destOrd="0" parTransId="{F971799C-219B-7F4B-975F-BEAEE0710424}" sibTransId="{27374BA2-EB17-FB43-A8B8-667F6CC03C48}"/>
    <dgm:cxn modelId="{A5C90F98-8BA4-BE44-82EF-390064EC9793}" srcId="{A3F1822D-DD2E-0A4C-9CB6-8A890B83FA9D}" destId="{9A972E1A-07D0-634D-92F0-49FB7F8CB794}" srcOrd="2" destOrd="0" parTransId="{8238DC4C-A98D-6C47-BBF6-85890FF40887}" sibTransId="{A377120F-645D-9C41-8B7C-613A6F1A0D18}"/>
    <dgm:cxn modelId="{F24F8A84-0F80-5C47-BD2D-78176016D657}" type="presOf" srcId="{7D589DBE-9163-3B49-9ECB-BF1310C9ACF2}" destId="{F21C4EA0-01A8-4842-BB14-88A5074226D5}" srcOrd="1" destOrd="0" presId="urn:microsoft.com/office/officeart/2005/8/layout/orgChart1"/>
    <dgm:cxn modelId="{AE5A665F-3588-A442-A558-C115A82BCAF0}" type="presParOf" srcId="{9166F182-DDB2-254C-A189-A13835296FB3}" destId="{16607544-9202-DA49-8E5E-F4BCAD4E2DC0}" srcOrd="0" destOrd="0" presId="urn:microsoft.com/office/officeart/2005/8/layout/orgChart1"/>
    <dgm:cxn modelId="{D936225B-2C86-BF42-BD5F-D3CE272E0857}" type="presParOf" srcId="{16607544-9202-DA49-8E5E-F4BCAD4E2DC0}" destId="{626C7AB5-734C-4045-9E89-7D6C5068C2E9}" srcOrd="0" destOrd="0" presId="urn:microsoft.com/office/officeart/2005/8/layout/orgChart1"/>
    <dgm:cxn modelId="{BF0FCF66-5726-0249-9511-154813261A1E}" type="presParOf" srcId="{626C7AB5-734C-4045-9E89-7D6C5068C2E9}" destId="{083F0C9D-CAEF-2E43-BAA3-478744A39B36}" srcOrd="0" destOrd="0" presId="urn:microsoft.com/office/officeart/2005/8/layout/orgChart1"/>
    <dgm:cxn modelId="{06CF74F4-05EF-354F-A267-41BF59E61B60}" type="presParOf" srcId="{626C7AB5-734C-4045-9E89-7D6C5068C2E9}" destId="{F10CC7E6-306F-084B-9120-B3F850F09A84}" srcOrd="1" destOrd="0" presId="urn:microsoft.com/office/officeart/2005/8/layout/orgChart1"/>
    <dgm:cxn modelId="{FC56CD4B-7359-C54A-970A-1A1E712DA51D}" type="presParOf" srcId="{16607544-9202-DA49-8E5E-F4BCAD4E2DC0}" destId="{B5B58A2C-09AF-1743-AEDA-7D109E87738A}" srcOrd="1" destOrd="0" presId="urn:microsoft.com/office/officeart/2005/8/layout/orgChart1"/>
    <dgm:cxn modelId="{71A6C0B2-C846-F744-8CBE-87DEAC9C6FD3}" type="presParOf" srcId="{B5B58A2C-09AF-1743-AEDA-7D109E87738A}" destId="{57A4A94B-FA9C-904C-A885-F08170F4F4DD}" srcOrd="0" destOrd="0" presId="urn:microsoft.com/office/officeart/2005/8/layout/orgChart1"/>
    <dgm:cxn modelId="{D345BF6C-7423-F844-91E6-3328B63FBAB4}" type="presParOf" srcId="{B5B58A2C-09AF-1743-AEDA-7D109E87738A}" destId="{D27F186E-DF40-5F40-A167-23881667A59F}" srcOrd="1" destOrd="0" presId="urn:microsoft.com/office/officeart/2005/8/layout/orgChart1"/>
    <dgm:cxn modelId="{12C3DFD6-9895-5543-8984-8F1B61AC553A}" type="presParOf" srcId="{D27F186E-DF40-5F40-A167-23881667A59F}" destId="{B6EDFFF3-03E6-6147-8885-23AFD826DDF6}" srcOrd="0" destOrd="0" presId="urn:microsoft.com/office/officeart/2005/8/layout/orgChart1"/>
    <dgm:cxn modelId="{08EF5B1E-A1BB-D847-9AFC-A7159916657D}" type="presParOf" srcId="{B6EDFFF3-03E6-6147-8885-23AFD826DDF6}" destId="{B2D31279-D4D9-504C-9339-8035D30ED466}" srcOrd="0" destOrd="0" presId="urn:microsoft.com/office/officeart/2005/8/layout/orgChart1"/>
    <dgm:cxn modelId="{A44CB807-5DB3-E746-90F6-8ECF4696672A}" type="presParOf" srcId="{B6EDFFF3-03E6-6147-8885-23AFD826DDF6}" destId="{D9F3599A-DD28-AC49-A1EC-48C97D29ACCC}" srcOrd="1" destOrd="0" presId="urn:microsoft.com/office/officeart/2005/8/layout/orgChart1"/>
    <dgm:cxn modelId="{A79D8BC2-A388-D144-A16F-DCDAB720C858}" type="presParOf" srcId="{D27F186E-DF40-5F40-A167-23881667A59F}" destId="{CDAFA0B1-1C88-0E40-847E-69EC17753B81}" srcOrd="1" destOrd="0" presId="urn:microsoft.com/office/officeart/2005/8/layout/orgChart1"/>
    <dgm:cxn modelId="{B0DAED1C-5B24-514E-839B-12CFC9B2C107}" type="presParOf" srcId="{D27F186E-DF40-5F40-A167-23881667A59F}" destId="{DB78428F-F1DF-8E45-AB12-1A199CE36D3C}" srcOrd="2" destOrd="0" presId="urn:microsoft.com/office/officeart/2005/8/layout/orgChart1"/>
    <dgm:cxn modelId="{A7702AC8-2623-5749-B1B3-604B0A8C23CC}" type="presParOf" srcId="{B5B58A2C-09AF-1743-AEDA-7D109E87738A}" destId="{A5AA7C3D-D453-EE4D-9917-B9EF58C672BF}" srcOrd="2" destOrd="0" presId="urn:microsoft.com/office/officeart/2005/8/layout/orgChart1"/>
    <dgm:cxn modelId="{0C1D94AB-86E5-324B-ABAD-6161FD151A60}" type="presParOf" srcId="{B5B58A2C-09AF-1743-AEDA-7D109E87738A}" destId="{E591ADF7-A270-2242-B7B4-E40E247616F2}" srcOrd="3" destOrd="0" presId="urn:microsoft.com/office/officeart/2005/8/layout/orgChart1"/>
    <dgm:cxn modelId="{FE40278F-3EC5-F047-90E2-53A1C31E39B1}" type="presParOf" srcId="{E591ADF7-A270-2242-B7B4-E40E247616F2}" destId="{84371DBF-850B-B849-A04C-B3CC91DD763D}" srcOrd="0" destOrd="0" presId="urn:microsoft.com/office/officeart/2005/8/layout/orgChart1"/>
    <dgm:cxn modelId="{2D1641FF-4C66-854E-ABB1-5017B59F94E2}" type="presParOf" srcId="{84371DBF-850B-B849-A04C-B3CC91DD763D}" destId="{AC6459D4-3DA0-0A40-A724-06DD056F2FB4}" srcOrd="0" destOrd="0" presId="urn:microsoft.com/office/officeart/2005/8/layout/orgChart1"/>
    <dgm:cxn modelId="{E9D6F431-9C94-CB44-94DE-6F39097BEC33}" type="presParOf" srcId="{84371DBF-850B-B849-A04C-B3CC91DD763D}" destId="{F21C4EA0-01A8-4842-BB14-88A5074226D5}" srcOrd="1" destOrd="0" presId="urn:microsoft.com/office/officeart/2005/8/layout/orgChart1"/>
    <dgm:cxn modelId="{715CAD22-77B4-0944-850A-FC222D0B573C}" type="presParOf" srcId="{E591ADF7-A270-2242-B7B4-E40E247616F2}" destId="{8FF99131-5051-6E40-8D5B-00C2E57A1846}" srcOrd="1" destOrd="0" presId="urn:microsoft.com/office/officeart/2005/8/layout/orgChart1"/>
    <dgm:cxn modelId="{DFB0476C-912A-C14B-92C8-9015F437ABDE}" type="presParOf" srcId="{E591ADF7-A270-2242-B7B4-E40E247616F2}" destId="{CABCF3A7-455B-BF4F-9FC3-A6878EC541CF}" srcOrd="2" destOrd="0" presId="urn:microsoft.com/office/officeart/2005/8/layout/orgChart1"/>
    <dgm:cxn modelId="{55BC9A5E-328C-B247-A6DC-66E9BE1BE1E4}" type="presParOf" srcId="{B5B58A2C-09AF-1743-AEDA-7D109E87738A}" destId="{D158312C-0957-744F-A947-233E074B6230}" srcOrd="4" destOrd="0" presId="urn:microsoft.com/office/officeart/2005/8/layout/orgChart1"/>
    <dgm:cxn modelId="{3339F555-F580-4148-852B-BB8C53F738DF}" type="presParOf" srcId="{B5B58A2C-09AF-1743-AEDA-7D109E87738A}" destId="{3051625B-8B14-CF41-A7B1-FFDDDF77B8B9}" srcOrd="5" destOrd="0" presId="urn:microsoft.com/office/officeart/2005/8/layout/orgChart1"/>
    <dgm:cxn modelId="{CE83DDDF-72EF-5143-9DA7-4A749DCA7C9B}" type="presParOf" srcId="{3051625B-8B14-CF41-A7B1-FFDDDF77B8B9}" destId="{A2524087-B17F-314A-AB8A-8CDC4D22ED5F}" srcOrd="0" destOrd="0" presId="urn:microsoft.com/office/officeart/2005/8/layout/orgChart1"/>
    <dgm:cxn modelId="{82648B0C-EFE1-C24B-A3A8-9F2F72BCEB4B}" type="presParOf" srcId="{A2524087-B17F-314A-AB8A-8CDC4D22ED5F}" destId="{85DAF6E9-C2E1-C842-8846-611B026296E1}" srcOrd="0" destOrd="0" presId="urn:microsoft.com/office/officeart/2005/8/layout/orgChart1"/>
    <dgm:cxn modelId="{153A33B6-C833-E84B-B98D-DE46DAF53E80}" type="presParOf" srcId="{A2524087-B17F-314A-AB8A-8CDC4D22ED5F}" destId="{E6A68ABD-B2AF-B843-BDE5-D9AC4D596FEB}" srcOrd="1" destOrd="0" presId="urn:microsoft.com/office/officeart/2005/8/layout/orgChart1"/>
    <dgm:cxn modelId="{BFFF1333-3C61-7C44-9FB1-62AD0D5BEEBC}" type="presParOf" srcId="{3051625B-8B14-CF41-A7B1-FFDDDF77B8B9}" destId="{FE4352ED-7920-BB42-8705-DFEE254F5C01}" srcOrd="1" destOrd="0" presId="urn:microsoft.com/office/officeart/2005/8/layout/orgChart1"/>
    <dgm:cxn modelId="{DD609734-0F6A-C24D-BF45-8C9819BC8C20}" type="presParOf" srcId="{3051625B-8B14-CF41-A7B1-FFDDDF77B8B9}" destId="{4F23AE88-3459-DA47-8EB0-6EF07AD06FBC}" srcOrd="2" destOrd="0" presId="urn:microsoft.com/office/officeart/2005/8/layout/orgChart1"/>
    <dgm:cxn modelId="{63BE472A-1803-1241-97EA-6A91396AB00E}" type="presParOf" srcId="{16607544-9202-DA49-8E5E-F4BCAD4E2DC0}" destId="{22E62021-898C-1241-A3EF-CC49407262D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BFAA13-FA05-614B-B90B-4E601E97E3BA}">
      <dsp:nvSpPr>
        <dsp:cNvPr id="0" name=""/>
        <dsp:cNvSpPr/>
      </dsp:nvSpPr>
      <dsp:spPr>
        <a:xfrm>
          <a:off x="3529857" y="1496832"/>
          <a:ext cx="1493747" cy="2592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622"/>
              </a:lnTo>
              <a:lnTo>
                <a:pt x="1493747" y="129622"/>
              </a:lnTo>
              <a:lnTo>
                <a:pt x="1493747" y="259245"/>
              </a:lnTo>
            </a:path>
          </a:pathLst>
        </a:custGeom>
        <a:noFill/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8EC736-F827-D148-BC17-39780ACD9CF7}">
      <dsp:nvSpPr>
        <dsp:cNvPr id="0" name=""/>
        <dsp:cNvSpPr/>
      </dsp:nvSpPr>
      <dsp:spPr>
        <a:xfrm>
          <a:off x="3036056" y="3249825"/>
          <a:ext cx="185175" cy="5678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7870"/>
              </a:lnTo>
              <a:lnTo>
                <a:pt x="185175" y="567870"/>
              </a:lnTo>
            </a:path>
          </a:pathLst>
        </a:custGeom>
        <a:noFill/>
        <a:ln w="15875" cap="flat" cmpd="sng" algn="ctr">
          <a:solidFill>
            <a:srgbClr val="FF0000"/>
          </a:solidFill>
          <a:prstDash val="solid"/>
          <a:headEnd type="arrow"/>
          <a:tailEnd type="non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61AB79-27D5-9342-B60A-DA92605DDA58}">
      <dsp:nvSpPr>
        <dsp:cNvPr id="0" name=""/>
        <dsp:cNvSpPr/>
      </dsp:nvSpPr>
      <dsp:spPr>
        <a:xfrm>
          <a:off x="3484137" y="2373328"/>
          <a:ext cx="91440" cy="2592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9245"/>
              </a:lnTo>
            </a:path>
          </a:pathLst>
        </a:custGeom>
        <a:noFill/>
        <a:ln w="15875" cap="flat" cmpd="sng" algn="ctr">
          <a:solidFill>
            <a:srgbClr val="AA2B1E"/>
          </a:solidFill>
          <a:prstDash val="solid"/>
          <a:headEnd type="arrow"/>
          <a:tailEnd type="non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3E110D-AC4B-784C-817D-4A0550DEFBD3}">
      <dsp:nvSpPr>
        <dsp:cNvPr id="0" name=""/>
        <dsp:cNvSpPr/>
      </dsp:nvSpPr>
      <dsp:spPr>
        <a:xfrm>
          <a:off x="3484137" y="1496832"/>
          <a:ext cx="91440" cy="2592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9245"/>
              </a:lnTo>
            </a:path>
          </a:pathLst>
        </a:custGeom>
        <a:noFill/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1BE6A6-40A1-314F-8E0F-24D34F94EF3C}">
      <dsp:nvSpPr>
        <dsp:cNvPr id="0" name=""/>
        <dsp:cNvSpPr/>
      </dsp:nvSpPr>
      <dsp:spPr>
        <a:xfrm>
          <a:off x="2036109" y="1496832"/>
          <a:ext cx="1493747" cy="259245"/>
        </a:xfrm>
        <a:custGeom>
          <a:avLst/>
          <a:gdLst/>
          <a:ahLst/>
          <a:cxnLst/>
          <a:rect l="0" t="0" r="0" b="0"/>
          <a:pathLst>
            <a:path>
              <a:moveTo>
                <a:pt x="1493747" y="0"/>
              </a:moveTo>
              <a:lnTo>
                <a:pt x="1493747" y="129622"/>
              </a:lnTo>
              <a:lnTo>
                <a:pt x="0" y="129622"/>
              </a:lnTo>
              <a:lnTo>
                <a:pt x="0" y="259245"/>
              </a:lnTo>
            </a:path>
          </a:pathLst>
        </a:custGeom>
        <a:noFill/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E49CD0-AD97-8442-A9B4-C2A6AE102C74}">
      <dsp:nvSpPr>
        <dsp:cNvPr id="0" name=""/>
        <dsp:cNvSpPr/>
      </dsp:nvSpPr>
      <dsp:spPr>
        <a:xfrm>
          <a:off x="3484137" y="620335"/>
          <a:ext cx="91440" cy="2592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9245"/>
              </a:lnTo>
            </a:path>
          </a:pathLst>
        </a:cu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148C9-58AE-3F42-BE67-5F0AF6B78812}">
      <dsp:nvSpPr>
        <dsp:cNvPr id="0" name=""/>
        <dsp:cNvSpPr/>
      </dsp:nvSpPr>
      <dsp:spPr>
        <a:xfrm>
          <a:off x="2912606" y="3084"/>
          <a:ext cx="1234502" cy="61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IVP</a:t>
          </a:r>
          <a:endParaRPr lang="en-US" sz="1800" kern="1200" dirty="0"/>
        </a:p>
      </dsp:txBody>
      <dsp:txXfrm>
        <a:off x="2912606" y="3084"/>
        <a:ext cx="1234502" cy="617251"/>
      </dsp:txXfrm>
    </dsp:sp>
    <dsp:sp modelId="{84661350-A990-0046-805D-8E6419F4D50C}">
      <dsp:nvSpPr>
        <dsp:cNvPr id="0" name=""/>
        <dsp:cNvSpPr/>
      </dsp:nvSpPr>
      <dsp:spPr>
        <a:xfrm>
          <a:off x="2912606" y="879580"/>
          <a:ext cx="1234502" cy="61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Main Window</a:t>
          </a:r>
          <a:endParaRPr lang="en-US" sz="1800" kern="1200" dirty="0"/>
        </a:p>
      </dsp:txBody>
      <dsp:txXfrm>
        <a:off x="2912606" y="879580"/>
        <a:ext cx="1234502" cy="617251"/>
      </dsp:txXfrm>
    </dsp:sp>
    <dsp:sp modelId="{F42978CD-8D91-2744-AE83-821182639410}">
      <dsp:nvSpPr>
        <dsp:cNvPr id="0" name=""/>
        <dsp:cNvSpPr/>
      </dsp:nvSpPr>
      <dsp:spPr>
        <a:xfrm>
          <a:off x="1418858" y="1756077"/>
          <a:ext cx="1234502" cy="61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Selectable Overlay</a:t>
          </a:r>
          <a:endParaRPr lang="en-US" sz="1800" kern="1200" dirty="0"/>
        </a:p>
      </dsp:txBody>
      <dsp:txXfrm>
        <a:off x="1418858" y="1756077"/>
        <a:ext cx="1234502" cy="617251"/>
      </dsp:txXfrm>
    </dsp:sp>
    <dsp:sp modelId="{656E76CF-C858-E144-80D6-7F0FBDAD8263}">
      <dsp:nvSpPr>
        <dsp:cNvPr id="0" name=""/>
        <dsp:cNvSpPr/>
      </dsp:nvSpPr>
      <dsp:spPr>
        <a:xfrm>
          <a:off x="2912606" y="1756077"/>
          <a:ext cx="1234502" cy="61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Interactive Sidebar</a:t>
          </a:r>
          <a:endParaRPr lang="en-US" sz="1800" kern="1200" dirty="0"/>
        </a:p>
      </dsp:txBody>
      <dsp:txXfrm>
        <a:off x="2912606" y="1756077"/>
        <a:ext cx="1234502" cy="617251"/>
      </dsp:txXfrm>
    </dsp:sp>
    <dsp:sp modelId="{AB973D74-EC20-DA4F-AA26-47F815FE97E4}">
      <dsp:nvSpPr>
        <dsp:cNvPr id="0" name=""/>
        <dsp:cNvSpPr/>
      </dsp:nvSpPr>
      <dsp:spPr>
        <a:xfrm>
          <a:off x="2912606" y="2632573"/>
          <a:ext cx="1234502" cy="61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Meta Info Manager</a:t>
          </a:r>
          <a:endParaRPr lang="en-US" sz="1800" kern="1200" dirty="0"/>
        </a:p>
      </dsp:txBody>
      <dsp:txXfrm>
        <a:off x="2912606" y="2632573"/>
        <a:ext cx="1234502" cy="617251"/>
      </dsp:txXfrm>
    </dsp:sp>
    <dsp:sp modelId="{1ABE0D70-613E-3647-BD46-4139FA47C625}">
      <dsp:nvSpPr>
        <dsp:cNvPr id="0" name=""/>
        <dsp:cNvSpPr/>
      </dsp:nvSpPr>
      <dsp:spPr>
        <a:xfrm>
          <a:off x="3221231" y="3509070"/>
          <a:ext cx="1469415" cy="61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XML Content</a:t>
          </a:r>
          <a:endParaRPr lang="en-US" sz="1800" kern="1200" dirty="0"/>
        </a:p>
      </dsp:txBody>
      <dsp:txXfrm>
        <a:off x="3221231" y="3509070"/>
        <a:ext cx="1469415" cy="617251"/>
      </dsp:txXfrm>
    </dsp:sp>
    <dsp:sp modelId="{E5F125EF-D088-AB4A-970C-2FCF4FBB72F4}">
      <dsp:nvSpPr>
        <dsp:cNvPr id="0" name=""/>
        <dsp:cNvSpPr/>
      </dsp:nvSpPr>
      <dsp:spPr>
        <a:xfrm>
          <a:off x="4406354" y="1756077"/>
          <a:ext cx="1234502" cy="61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Video Player</a:t>
          </a:r>
          <a:endParaRPr lang="en-US" sz="1800" kern="1200" dirty="0"/>
        </a:p>
      </dsp:txBody>
      <dsp:txXfrm>
        <a:off x="4406354" y="1756077"/>
        <a:ext cx="1234502" cy="6172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8312C-0957-744F-A947-233E074B6230}">
      <dsp:nvSpPr>
        <dsp:cNvPr id="0" name=""/>
        <dsp:cNvSpPr/>
      </dsp:nvSpPr>
      <dsp:spPr>
        <a:xfrm>
          <a:off x="3201737" y="758386"/>
          <a:ext cx="1832537" cy="3180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21"/>
              </a:lnTo>
              <a:lnTo>
                <a:pt x="1832537" y="159021"/>
              </a:lnTo>
              <a:lnTo>
                <a:pt x="1832537" y="31804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AA7C3D-D453-EE4D-9917-B9EF58C672BF}">
      <dsp:nvSpPr>
        <dsp:cNvPr id="0" name=""/>
        <dsp:cNvSpPr/>
      </dsp:nvSpPr>
      <dsp:spPr>
        <a:xfrm>
          <a:off x="3156017" y="758386"/>
          <a:ext cx="91440" cy="3180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804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A4A94B-FA9C-904C-A885-F08170F4F4DD}">
      <dsp:nvSpPr>
        <dsp:cNvPr id="0" name=""/>
        <dsp:cNvSpPr/>
      </dsp:nvSpPr>
      <dsp:spPr>
        <a:xfrm>
          <a:off x="1369199" y="758386"/>
          <a:ext cx="1832537" cy="318043"/>
        </a:xfrm>
        <a:custGeom>
          <a:avLst/>
          <a:gdLst/>
          <a:ahLst/>
          <a:cxnLst/>
          <a:rect l="0" t="0" r="0" b="0"/>
          <a:pathLst>
            <a:path>
              <a:moveTo>
                <a:pt x="1832537" y="0"/>
              </a:moveTo>
              <a:lnTo>
                <a:pt x="1832537" y="159021"/>
              </a:lnTo>
              <a:lnTo>
                <a:pt x="0" y="159021"/>
              </a:lnTo>
              <a:lnTo>
                <a:pt x="0" y="31804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3F0C9D-CAEF-2E43-BAA3-478744A39B36}">
      <dsp:nvSpPr>
        <dsp:cNvPr id="0" name=""/>
        <dsp:cNvSpPr/>
      </dsp:nvSpPr>
      <dsp:spPr>
        <a:xfrm>
          <a:off x="2444490" y="1139"/>
          <a:ext cx="1514493" cy="7572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6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38100" dist="38100" dir="4800000" sx="98000" sy="98000" rotWithShape="0">
            <a:srgbClr val="000000">
              <a:alpha val="3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Main Window</a:t>
          </a:r>
          <a:endParaRPr lang="en-US" sz="2400" kern="1200" dirty="0"/>
        </a:p>
      </dsp:txBody>
      <dsp:txXfrm>
        <a:off x="2444490" y="1139"/>
        <a:ext cx="1514493" cy="757246"/>
      </dsp:txXfrm>
    </dsp:sp>
    <dsp:sp modelId="{B2D31279-D4D9-504C-9339-8035D30ED466}">
      <dsp:nvSpPr>
        <dsp:cNvPr id="0" name=""/>
        <dsp:cNvSpPr/>
      </dsp:nvSpPr>
      <dsp:spPr>
        <a:xfrm>
          <a:off x="611953" y="1076429"/>
          <a:ext cx="1514493" cy="7572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6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38100" dist="38100" dir="4800000" sx="98000" sy="98000" rotWithShape="0">
            <a:srgbClr val="000000">
              <a:alpha val="3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Overlay</a:t>
          </a:r>
          <a:endParaRPr lang="en-US" sz="2400" kern="1200" dirty="0"/>
        </a:p>
      </dsp:txBody>
      <dsp:txXfrm>
        <a:off x="611953" y="1076429"/>
        <a:ext cx="1514493" cy="757246"/>
      </dsp:txXfrm>
    </dsp:sp>
    <dsp:sp modelId="{AC6459D4-3DA0-0A40-A724-06DD056F2FB4}">
      <dsp:nvSpPr>
        <dsp:cNvPr id="0" name=""/>
        <dsp:cNvSpPr/>
      </dsp:nvSpPr>
      <dsp:spPr>
        <a:xfrm>
          <a:off x="2444490" y="1076429"/>
          <a:ext cx="1514493" cy="7572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6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38100" dist="38100" dir="4800000" sx="98000" sy="98000" rotWithShape="0">
            <a:srgbClr val="000000">
              <a:alpha val="3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Video Player</a:t>
          </a:r>
          <a:endParaRPr lang="en-US" sz="2400" kern="1200" dirty="0"/>
        </a:p>
      </dsp:txBody>
      <dsp:txXfrm>
        <a:off x="2444490" y="1076429"/>
        <a:ext cx="1514493" cy="757246"/>
      </dsp:txXfrm>
    </dsp:sp>
    <dsp:sp modelId="{85DAF6E9-C2E1-C842-8846-611B026296E1}">
      <dsp:nvSpPr>
        <dsp:cNvPr id="0" name=""/>
        <dsp:cNvSpPr/>
      </dsp:nvSpPr>
      <dsp:spPr>
        <a:xfrm>
          <a:off x="4277027" y="1076429"/>
          <a:ext cx="1514493" cy="7572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6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38100" dist="38100" dir="4800000" sx="98000" sy="98000" rotWithShape="0">
            <a:srgbClr val="000000">
              <a:alpha val="3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Sidebar</a:t>
          </a:r>
          <a:endParaRPr lang="en-US" sz="2400" kern="1200" dirty="0"/>
        </a:p>
      </dsp:txBody>
      <dsp:txXfrm>
        <a:off x="4277027" y="1076429"/>
        <a:ext cx="1514493" cy="75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3F878-F5E8-489B-AC8A-64F2A7E22C28}" type="datetimeFigureOut">
              <a:rPr lang="en-US" smtClean="0"/>
              <a:pPr/>
              <a:t>4/18/2013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7C3F878-F5E8-489B-AC8A-64F2A7E22C28}" type="datetimeFigureOut">
              <a:rPr lang="en-US" smtClean="0"/>
              <a:pPr/>
              <a:t>4/18/2013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651FC063-5EA9-49AF-AFAF-D68C9E82B23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Interactive Video Player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CS3249 Project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Group </a:t>
            </a:r>
            <a:r>
              <a:rPr lang="en-US" sz="2000" b="1" dirty="0"/>
              <a:t>3 – </a:t>
            </a:r>
            <a:r>
              <a:rPr lang="en-US" sz="2000" b="1" dirty="0" smtClean="0"/>
              <a:t>1</a:t>
            </a:r>
            <a:br>
              <a:rPr lang="en-US" sz="2000" b="1" dirty="0" smtClean="0"/>
            </a:br>
            <a:r>
              <a:rPr lang="en-US" sz="2000" dirty="0" smtClean="0"/>
              <a:t>Chua </a:t>
            </a:r>
            <a:r>
              <a:rPr lang="en-US" sz="2000" dirty="0"/>
              <a:t>Chong Yun, He </a:t>
            </a:r>
            <a:r>
              <a:rPr lang="en-US" sz="2000" dirty="0" err="1"/>
              <a:t>Haocong</a:t>
            </a:r>
            <a:r>
              <a:rPr lang="en-US" sz="2000" dirty="0"/>
              <a:t>, Saluka Amarasinghe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807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System Objectives</a:t>
            </a:r>
            <a:endParaRPr lang="en-US" dirty="0">
              <a:solidFill>
                <a:srgbClr val="AA2B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Objective: </a:t>
            </a:r>
          </a:p>
          <a:p>
            <a:pPr lvl="1"/>
            <a:r>
              <a:rPr lang="en-US" dirty="0" smtClean="0"/>
              <a:t> Create a simple tool to allow users to interact with what they are watching.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Eliminate the one sided process of watching movies or TV shows.</a:t>
            </a:r>
          </a:p>
          <a:p>
            <a:r>
              <a:rPr lang="en-US" dirty="0"/>
              <a:t> </a:t>
            </a:r>
            <a:r>
              <a:rPr lang="en-US" dirty="0" smtClean="0"/>
              <a:t>Target Users: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Individuals who watch movies or TV shows on their computer.</a:t>
            </a:r>
          </a:p>
        </p:txBody>
      </p:sp>
    </p:spTree>
    <p:extLst>
      <p:ext uri="{BB962C8B-B14F-4D97-AF65-F5344CB8AC3E}">
        <p14:creationId xmlns:p14="http://schemas.microsoft.com/office/powerpoint/2010/main" val="273209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The System</a:t>
            </a:r>
            <a:endParaRPr lang="en-US" dirty="0">
              <a:solidFill>
                <a:srgbClr val="AA2B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Major Features: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Open and play any video file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Identify key parts of the video and make it user clickable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Provide relevant information about the selected feature from the video</a:t>
            </a:r>
          </a:p>
          <a:p>
            <a:r>
              <a:rPr lang="en-US" dirty="0"/>
              <a:t> </a:t>
            </a:r>
            <a:r>
              <a:rPr lang="en-US" dirty="0" smtClean="0"/>
              <a:t>Type of System:</a:t>
            </a:r>
          </a:p>
          <a:p>
            <a:pPr lvl="1"/>
            <a:r>
              <a:rPr lang="en-US" dirty="0" smtClean="0"/>
              <a:t> Stand-alone application with a database of information for multiple movies/TV shows.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6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Initial GUI Design</a:t>
            </a:r>
            <a:endParaRPr lang="en-US" dirty="0">
              <a:solidFill>
                <a:srgbClr val="AA2B1E"/>
              </a:solidFill>
            </a:endParaRPr>
          </a:p>
        </p:txBody>
      </p:sp>
      <p:pic>
        <p:nvPicPr>
          <p:cNvPr id="4" name="Picture 3" descr="mockup_2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007" y="2020067"/>
            <a:ext cx="6657737" cy="354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1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Final GUI Design</a:t>
            </a:r>
            <a:endParaRPr lang="en-US" dirty="0">
              <a:solidFill>
                <a:srgbClr val="AA2B1E"/>
              </a:solidFill>
            </a:endParaRPr>
          </a:p>
        </p:txBody>
      </p:sp>
      <p:pic>
        <p:nvPicPr>
          <p:cNvPr id="3" name="Picture 2" descr="Screen Shot 2013-04-18 at 1.10.50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463" y="2031854"/>
            <a:ext cx="6732338" cy="42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1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GUI Design Principles</a:t>
            </a:r>
            <a:endParaRPr lang="en-US" dirty="0">
              <a:solidFill>
                <a:srgbClr val="AA2B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Uses </a:t>
            </a:r>
            <a:r>
              <a:rPr lang="en-US" dirty="0" err="1" smtClean="0"/>
              <a:t>Qt</a:t>
            </a:r>
            <a:r>
              <a:rPr lang="en-US" dirty="0" smtClean="0"/>
              <a:t> 5.0 multimedia classes</a:t>
            </a:r>
          </a:p>
          <a:p>
            <a:r>
              <a:rPr lang="en-US" dirty="0"/>
              <a:t> </a:t>
            </a:r>
            <a:r>
              <a:rPr lang="en-US" dirty="0" smtClean="0"/>
              <a:t>Simple, clean and minimalistic</a:t>
            </a:r>
          </a:p>
          <a:p>
            <a:r>
              <a:rPr lang="en-US" dirty="0"/>
              <a:t> </a:t>
            </a:r>
            <a:r>
              <a:rPr lang="en-US" dirty="0" smtClean="0"/>
              <a:t>Video playing is the focus</a:t>
            </a:r>
          </a:p>
          <a:p>
            <a:r>
              <a:rPr lang="en-US" dirty="0"/>
              <a:t> </a:t>
            </a:r>
            <a:r>
              <a:rPr lang="en-US" dirty="0" smtClean="0"/>
              <a:t>Interactivity is a feature</a:t>
            </a:r>
          </a:p>
          <a:p>
            <a:r>
              <a:rPr lang="en-US" dirty="0"/>
              <a:t> </a:t>
            </a:r>
            <a:r>
              <a:rPr lang="en-US" dirty="0" smtClean="0"/>
              <a:t>Meta content is readily accessible and </a:t>
            </a:r>
            <a:r>
              <a:rPr lang="en-US" dirty="0" smtClean="0"/>
              <a:t>readable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No need for extra playback buttons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1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System Architecture</a:t>
            </a:r>
            <a:endParaRPr lang="en-US" dirty="0">
              <a:solidFill>
                <a:srgbClr val="AA2B1E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1336674"/>
              </p:ext>
            </p:extLst>
          </p:nvPr>
        </p:nvGraphicFramePr>
        <p:xfrm>
          <a:off x="1095022" y="2020068"/>
          <a:ext cx="7059715" cy="4129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V="1">
            <a:off x="5213684" y="4424948"/>
            <a:ext cx="868948" cy="534737"/>
          </a:xfrm>
          <a:prstGeom prst="bentConnector3">
            <a:avLst>
              <a:gd name="adj1" fmla="val 102307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8"/>
          <p:cNvCxnSpPr/>
          <p:nvPr/>
        </p:nvCxnSpPr>
        <p:spPr>
          <a:xfrm rot="10800000">
            <a:off x="3048000" y="4424948"/>
            <a:ext cx="927768" cy="534738"/>
          </a:xfrm>
          <a:prstGeom prst="bentConnector3">
            <a:avLst>
              <a:gd name="adj1" fmla="val 98991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72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System Architecture</a:t>
            </a:r>
            <a:endParaRPr lang="en-US" dirty="0">
              <a:solidFill>
                <a:srgbClr val="AA2B1E"/>
              </a:solidFill>
            </a:endParaRPr>
          </a:p>
        </p:txBody>
      </p:sp>
      <p:pic>
        <p:nvPicPr>
          <p:cNvPr id="5" name="Content Placeholder 4" descr="Screen Shot 2013-04-17 at 11.46.42 A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6" b="3636"/>
          <a:stretch>
            <a:fillRect/>
          </a:stretch>
        </p:blipFill>
        <p:spPr>
          <a:xfrm>
            <a:off x="2250635" y="2802623"/>
            <a:ext cx="4652157" cy="2705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09215" y="2848938"/>
            <a:ext cx="1358893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Interactive Sidebar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QScrollArea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6902792" y="4381942"/>
            <a:ext cx="1157476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XML content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QtXml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28842" y="3188736"/>
            <a:ext cx="1550737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Video (</a:t>
            </a:r>
            <a:r>
              <a:rPr lang="en-US" sz="1600" dirty="0" err="1" smtClean="0"/>
              <a:t>QMediaPlayer</a:t>
            </a:r>
            <a:r>
              <a:rPr lang="en-US" sz="1600" dirty="0" smtClean="0"/>
              <a:t> drawn on </a:t>
            </a:r>
            <a:r>
              <a:rPr lang="en-US" sz="1600" dirty="0" err="1" smtClean="0"/>
              <a:t>QGraphicsView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828841" y="4677308"/>
            <a:ext cx="1550737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Selectable Overlay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 err="1" smtClean="0"/>
              <a:t>QWidget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190971" y="2148638"/>
            <a:ext cx="2778725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Main Window (</a:t>
            </a:r>
            <a:r>
              <a:rPr lang="en-US" sz="1600" dirty="0" err="1" smtClean="0"/>
              <a:t>QMainWindow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cxnSp>
        <p:nvCxnSpPr>
          <p:cNvPr id="15" name="Straight Arrow Connector 14"/>
          <p:cNvCxnSpPr>
            <a:stCxn id="11" idx="2"/>
            <a:endCxn id="5" idx="0"/>
          </p:cNvCxnSpPr>
          <p:nvPr/>
        </p:nvCxnSpPr>
        <p:spPr>
          <a:xfrm flipH="1">
            <a:off x="4576714" y="2487192"/>
            <a:ext cx="3620" cy="3154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3"/>
          </p:cNvCxnSpPr>
          <p:nvPr/>
        </p:nvCxnSpPr>
        <p:spPr>
          <a:xfrm flipV="1">
            <a:off x="2379579" y="3358018"/>
            <a:ext cx="449433" cy="3693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1"/>
          </p:cNvCxnSpPr>
          <p:nvPr/>
        </p:nvCxnSpPr>
        <p:spPr>
          <a:xfrm flipH="1" flipV="1">
            <a:off x="5846628" y="3502527"/>
            <a:ext cx="1056164" cy="12949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1"/>
          </p:cNvCxnSpPr>
          <p:nvPr/>
        </p:nvCxnSpPr>
        <p:spPr>
          <a:xfrm flipH="1" flipV="1">
            <a:off x="6344003" y="3125587"/>
            <a:ext cx="465212" cy="138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829013" y="3659280"/>
            <a:ext cx="829840" cy="867664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10" idx="3"/>
            <a:endCxn id="23" idx="1"/>
          </p:cNvCxnSpPr>
          <p:nvPr/>
        </p:nvCxnSpPr>
        <p:spPr>
          <a:xfrm flipV="1">
            <a:off x="2379578" y="4093112"/>
            <a:ext cx="449435" cy="999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36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System Architecture</a:t>
            </a:r>
            <a:endParaRPr lang="en-US" dirty="0">
              <a:solidFill>
                <a:srgbClr val="AA2B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The main window consists of the overlay, video player and sidebar. </a:t>
            </a:r>
          </a:p>
          <a:p>
            <a:r>
              <a:rPr lang="en-US" dirty="0" smtClean="0"/>
              <a:t> The overlay and video player are stacked.</a:t>
            </a:r>
          </a:p>
          <a:p>
            <a:r>
              <a:rPr lang="en-US" dirty="0"/>
              <a:t> </a:t>
            </a:r>
            <a:r>
              <a:rPr lang="en-US" dirty="0" smtClean="0"/>
              <a:t>The sidebar is a fixed width </a:t>
            </a:r>
            <a:r>
              <a:rPr lang="en-US" dirty="0" err="1" smtClean="0"/>
              <a:t>QScrollArea</a:t>
            </a:r>
            <a:r>
              <a:rPr lang="en-US" dirty="0" smtClean="0"/>
              <a:t>. (300px wide)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03664401"/>
              </p:ext>
            </p:extLst>
          </p:nvPr>
        </p:nvGraphicFramePr>
        <p:xfrm>
          <a:off x="1436303" y="3993814"/>
          <a:ext cx="6403474" cy="1834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312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System Architecture</a:t>
            </a:r>
            <a:endParaRPr lang="en-US" dirty="0">
              <a:solidFill>
                <a:srgbClr val="AA2B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The </a:t>
            </a:r>
            <a:r>
              <a:rPr lang="en-US" dirty="0"/>
              <a:t>overlay is where the clickable regions are created. It is stacked on top of the video player layer and spans the width/height of the video</a:t>
            </a:r>
            <a:r>
              <a:rPr lang="en-US" dirty="0" smtClean="0"/>
              <a:t>. </a:t>
            </a:r>
          </a:p>
          <a:p>
            <a:r>
              <a:rPr lang="en-US" dirty="0" smtClean="0"/>
              <a:t> When a selectable region on the overlay is clicked a signal is sent to show the sidebar.</a:t>
            </a:r>
          </a:p>
          <a:p>
            <a:r>
              <a:rPr lang="en-US" dirty="0"/>
              <a:t> </a:t>
            </a:r>
            <a:r>
              <a:rPr lang="en-US" dirty="0" smtClean="0"/>
              <a:t>When a non-selectable region on the overlay is clicked the sidebar is hidden. </a:t>
            </a:r>
          </a:p>
          <a:p>
            <a:r>
              <a:rPr lang="en-US" dirty="0"/>
              <a:t> The sidebar shows all XML </a:t>
            </a:r>
            <a:r>
              <a:rPr lang="en-US" dirty="0" smtClean="0"/>
              <a:t>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9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Difficulties &amp; Issues</a:t>
            </a:r>
            <a:endParaRPr lang="en-US" dirty="0">
              <a:solidFill>
                <a:srgbClr val="AA2B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6"/>
            <a:ext cx="6330749" cy="3776217"/>
          </a:xfrm>
        </p:spPr>
        <p:txBody>
          <a:bodyPr>
            <a:normAutofit/>
          </a:bodyPr>
          <a:lstStyle/>
          <a:p>
            <a:r>
              <a:rPr lang="en-US" dirty="0" smtClean="0"/>
              <a:t> Having an overlay window on top of the video player for hover event </a:t>
            </a:r>
            <a:r>
              <a:rPr lang="en-US" dirty="0"/>
              <a:t>detection (fixed by using </a:t>
            </a:r>
            <a:r>
              <a:rPr lang="en-US" dirty="0" err="1"/>
              <a:t>QGraphicsView</a:t>
            </a:r>
            <a:r>
              <a:rPr lang="en-US" dirty="0"/>
              <a:t> </a:t>
            </a:r>
            <a:r>
              <a:rPr lang="en-US" dirty="0" smtClean="0"/>
              <a:t>instead </a:t>
            </a:r>
            <a:r>
              <a:rPr lang="en-US" dirty="0"/>
              <a:t>of </a:t>
            </a:r>
            <a:r>
              <a:rPr lang="en-US" dirty="0" err="1" smtClean="0"/>
              <a:t>QVideoWidget</a:t>
            </a:r>
            <a:r>
              <a:rPr lang="en-US" dirty="0"/>
              <a:t>)</a:t>
            </a:r>
            <a:r>
              <a:rPr lang="en-US" dirty="0" smtClean="0"/>
              <a:t>.</a:t>
            </a:r>
          </a:p>
          <a:p>
            <a:r>
              <a:rPr lang="en-US" dirty="0"/>
              <a:t> </a:t>
            </a:r>
            <a:r>
              <a:rPr lang="en-US" dirty="0" smtClean="0"/>
              <a:t>Having a sidebar that shows and hides while maintaining video aspect ratio </a:t>
            </a:r>
          </a:p>
          <a:p>
            <a:r>
              <a:rPr lang="en-US" dirty="0"/>
              <a:t> </a:t>
            </a:r>
            <a:r>
              <a:rPr lang="en-US" dirty="0" smtClean="0"/>
              <a:t>Parsing XML content for the sidebar</a:t>
            </a:r>
          </a:p>
          <a:p>
            <a:r>
              <a:rPr lang="en-US" dirty="0"/>
              <a:t> </a:t>
            </a:r>
            <a:r>
              <a:rPr lang="en-US" dirty="0" smtClean="0"/>
              <a:t>Progress bar for tracking time of video</a:t>
            </a:r>
          </a:p>
          <a:p>
            <a:r>
              <a:rPr lang="en-US" dirty="0"/>
              <a:t> </a:t>
            </a:r>
            <a:r>
              <a:rPr lang="en-US" dirty="0" smtClean="0"/>
              <a:t>Size of the open movie file gets reset immediately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58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Demo!</a:t>
            </a:r>
            <a:endParaRPr lang="en-US" dirty="0">
              <a:solidFill>
                <a:srgbClr val="AA2B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86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AA2B1E"/>
                </a:solidFill>
              </a:rPr>
              <a:t>Future Changes &amp; Conclusion</a:t>
            </a:r>
            <a:endParaRPr lang="en-US" dirty="0">
              <a:solidFill>
                <a:srgbClr val="AA2B1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Requires a large database of pre-determined information for interactivity (no image recognition)</a:t>
            </a:r>
          </a:p>
          <a:p>
            <a:r>
              <a:rPr lang="en-US" dirty="0"/>
              <a:t> </a:t>
            </a:r>
            <a:r>
              <a:rPr lang="en-US" dirty="0" smtClean="0"/>
              <a:t>Moving images requires a moving selectable area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Possibly implement face detection for the moving selectable area.</a:t>
            </a:r>
          </a:p>
          <a:p>
            <a:r>
              <a:rPr lang="en-US" dirty="0" smtClean="0"/>
              <a:t>Image recognition will make our system more automated.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7354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Pushpin.thmx</Template>
  <TotalTime>283</TotalTime>
  <Words>435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Pushpin</vt:lpstr>
      <vt:lpstr>Interactive Video Player</vt:lpstr>
      <vt:lpstr>System Objectives</vt:lpstr>
      <vt:lpstr>The System</vt:lpstr>
      <vt:lpstr>Initial GUI Design</vt:lpstr>
      <vt:lpstr>Final GUI Design</vt:lpstr>
      <vt:lpstr>GUI Design Principles</vt:lpstr>
      <vt:lpstr>System Architecture</vt:lpstr>
      <vt:lpstr>System Architecture</vt:lpstr>
      <vt:lpstr>System Architecture</vt:lpstr>
      <vt:lpstr>System Architecture</vt:lpstr>
      <vt:lpstr>Difficulties &amp; Issues</vt:lpstr>
      <vt:lpstr>Demo!</vt:lpstr>
      <vt:lpstr>Future Changes &amp; Conclusion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Video Player</dc:title>
  <dc:creator>Saluka Amarasinghe</dc:creator>
  <cp:lastModifiedBy>Yume</cp:lastModifiedBy>
  <cp:revision>30</cp:revision>
  <dcterms:created xsi:type="dcterms:W3CDTF">2013-04-17T02:54:17Z</dcterms:created>
  <dcterms:modified xsi:type="dcterms:W3CDTF">2013-04-18T05:50:01Z</dcterms:modified>
</cp:coreProperties>
</file>